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2" r:id="rId4"/>
    <p:sldId id="279" r:id="rId5"/>
    <p:sldId id="273" r:id="rId6"/>
    <p:sldId id="274" r:id="rId7"/>
    <p:sldId id="275" r:id="rId8"/>
    <p:sldId id="276" r:id="rId9"/>
    <p:sldId id="278" r:id="rId10"/>
    <p:sldId id="263" r:id="rId11"/>
    <p:sldId id="264" r:id="rId12"/>
    <p:sldId id="280" r:id="rId13"/>
    <p:sldId id="272" r:id="rId14"/>
    <p:sldId id="265" r:id="rId15"/>
    <p:sldId id="266" r:id="rId16"/>
    <p:sldId id="267" r:id="rId17"/>
    <p:sldId id="282" r:id="rId18"/>
    <p:sldId id="283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/>
    <p:restoredTop sz="94748"/>
  </p:normalViewPr>
  <p:slideViewPr>
    <p:cSldViewPr snapToGrid="0">
      <p:cViewPr>
        <p:scale>
          <a:sx n="133" d="100"/>
          <a:sy n="133" d="100"/>
        </p:scale>
        <p:origin x="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349A1-FAE5-2545-8C0D-BD407E515C0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F16A8-DE22-FE4F-A1CC-0CCBEFD4EF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1234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8857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9021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1510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5125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6701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267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6654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2707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12713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8791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9384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7702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4438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7192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098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0850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857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F16A8-DE22-FE4F-A1CC-0CCBEFD4EFAD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7792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853AE-252B-9A01-58F7-ECA1849B8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060688-7FB0-C5F1-2C99-4E77CDC9E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DD99B3-04E5-3F9C-3F51-4DE2AF3D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A8EBE-0B67-DE0D-9CED-8D6651D8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2EBBFE-2FB8-3DAB-8267-70EE0AB6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6700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02FD7-75A1-9EA6-273E-0E61E3E22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4B7C3-B550-E800-D4D4-904DDC77A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AA0EC4-50EF-9B80-5156-32E8AA85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C346C1-D5CF-E68F-D364-1B0760FC6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4FA800-9926-DCA6-BF08-48F6E818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733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3C7D8-BBDF-2559-8543-B5DA091B5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9EA175-8CFA-FF51-E465-D36E277DB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2D5F0E-2AAE-0C94-9F63-8B730B790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E34C03-C198-9726-A5CA-949176CC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94D1B-EDC7-2EA8-BF1B-38BD66D7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430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6AF09-BB6B-5760-9919-BEE04B3D1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82E4D7-8EF1-0F62-6CCE-B71040047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C36173-2BB2-9079-7C39-78F07D43F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802BB0-E5C9-41E7-909C-4D651E52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010F2C-C29D-8E48-6BC7-529EFD48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2B68EC-2F50-02B0-0220-ED957B78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446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8D475-7B61-540C-9DF3-81799F52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0C91DD-EBE5-9532-460E-C2A95BB8A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B90548-1A78-4D7E-7484-ECCBCF80D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A1058C-0594-2158-A0EB-EC127CF22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E7BA35-637B-95C7-2C86-66C154BB7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2EE461-483F-0AF2-9F7D-697D9537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1B5241-497B-0830-E869-82F0F5FD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EFA807-8492-06FF-F014-09090025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489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964B49-00BC-129B-E6DA-47946015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2CB6C9-4976-402D-5E1D-2E7D7A8E2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811597-F93D-645F-AABB-90F3FF85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71DC14-53D9-250C-EC20-B43C3F8E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1216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CCCF230-D845-6382-51CA-7BF1AC60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F38B75-FDFC-B5B7-4554-2CCF54465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1D3953-1C12-3982-557F-9161DC3B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40538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B2F70-3098-6655-698A-DA13A650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3259E0-033B-0CC7-1F90-E80F86DEC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16AED0-32A5-878F-520D-C06C0FA28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2D9627-7B8A-0A38-45A0-D54E2D20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1C3092-F2E7-69C8-D1E3-1E89EA18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85D566-CE96-1F92-73E9-32B8C43A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388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FEBBB-1B74-6244-1643-ACEE71F4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874538-EA3C-CED1-4FA4-EB218F10E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7F7173-4977-ED07-C11F-A972D0865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920DD7-2218-8028-83AA-8A23DA44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5A504D-A1A8-C141-4F7F-C4E03F2B5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D23F5F-42C1-46DB-94C9-524E67BA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426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DE351-0B88-0801-1C20-60D4338EA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45785D-4A4B-BA77-AD33-62A2B6F18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F5B6F6-B6E6-DC41-2663-44F1E2421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850D9-2502-5189-9C3C-8738C6CD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688A09-61BE-6A52-8C4B-1B8740D1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838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B2B56B-EE60-28E4-C529-1C706F9EB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478972-BA28-7082-C471-E4EAF85B0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CC0F6B-F296-A6D1-2DFA-5ABB3F6A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6A9BE-D090-B941-8093-075B8D93C61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3923AD-79E2-9FFD-019D-4CE3673E2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7D7CFC-6E6F-81DC-78E7-32003FE3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21018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B6FEB69-FAF2-6B0E-21CA-DC3EA4423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8DBB9-CE8E-093B-1F7B-683D0BD24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8D9220-489D-7268-1292-C092B6316B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6A9BE-D090-B941-8093-075B8D93C61B}" type="datetimeFigureOut">
              <a:rPr kumimoji="1" lang="ko-KR" altLang="en-US" smtClean="0"/>
              <a:t>2024. 7. 29.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8E3361-2CEA-3C55-315D-40685267E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73F690-C901-5B4D-089D-462A02058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C48D9-1A97-4B4A-925E-CE233EC6CEF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769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D13C7-96A4-EC12-5694-051257E7D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400" dirty="0"/>
              <a:t>CPO code</a:t>
            </a:r>
            <a:endParaRPr kumimoji="1"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555729-6120-04FD-F1BF-83B7871FBA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1600" dirty="0"/>
              <a:t>07/24/24</a:t>
            </a:r>
          </a:p>
          <a:p>
            <a:r>
              <a:rPr kumimoji="1" lang="en-US" altLang="ko-KR" sz="1600" dirty="0"/>
              <a:t>20200690 </a:t>
            </a:r>
            <a:r>
              <a:rPr kumimoji="1" lang="en-US" altLang="ko-KR" sz="1600" dirty="0" err="1"/>
              <a:t>Euiseok</a:t>
            </a:r>
            <a:r>
              <a:rPr kumimoji="1" lang="en-US" altLang="ko-KR" sz="1600" dirty="0"/>
              <a:t> Han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81894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/>
              <a:t>Hierarchy</a:t>
            </a:r>
            <a:endParaRPr kumimoji="1" lang="ko-KR" altLang="en-US" sz="3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BD2D46-8498-19AA-F123-F84923B75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706" y="1199190"/>
            <a:ext cx="6164798" cy="52936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1B2778-1A99-F565-A49B-2241BB63A031}"/>
              </a:ext>
            </a:extLst>
          </p:cNvPr>
          <p:cNvSpPr txBox="1"/>
          <p:nvPr/>
        </p:nvSpPr>
        <p:spPr>
          <a:xfrm>
            <a:off x="4959560" y="4942958"/>
            <a:ext cx="32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A2359C8-95F3-A418-DF5C-E8E37525F681}"/>
              </a:ext>
            </a:extLst>
          </p:cNvPr>
          <p:cNvCxnSpPr/>
          <p:nvPr/>
        </p:nvCxnSpPr>
        <p:spPr>
          <a:xfrm>
            <a:off x="4499332" y="5127624"/>
            <a:ext cx="3936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68DC683-47EB-CCD2-A8EC-759C92C2EE7F}"/>
              </a:ext>
            </a:extLst>
          </p:cNvPr>
          <p:cNvSpPr txBox="1"/>
          <p:nvPr/>
        </p:nvSpPr>
        <p:spPr>
          <a:xfrm>
            <a:off x="4729446" y="2624662"/>
            <a:ext cx="32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2</a:t>
            </a:r>
            <a:endParaRPr kumimoji="1"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A2055E9-C3A2-6DEC-8D88-42C77CD5ADC1}"/>
              </a:ext>
            </a:extLst>
          </p:cNvPr>
          <p:cNvCxnSpPr/>
          <p:nvPr/>
        </p:nvCxnSpPr>
        <p:spPr>
          <a:xfrm>
            <a:off x="4269218" y="2809328"/>
            <a:ext cx="3936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7EE2E95-0DC1-58A3-2576-F7A1434A9AF5}"/>
              </a:ext>
            </a:extLst>
          </p:cNvPr>
          <p:cNvSpPr txBox="1"/>
          <p:nvPr/>
        </p:nvSpPr>
        <p:spPr>
          <a:xfrm>
            <a:off x="4796058" y="2393106"/>
            <a:ext cx="32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3</a:t>
            </a:r>
            <a:endParaRPr kumimoji="1"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CC2BEF3-2A84-EC2F-43EC-52DE838DE759}"/>
              </a:ext>
            </a:extLst>
          </p:cNvPr>
          <p:cNvCxnSpPr/>
          <p:nvPr/>
        </p:nvCxnSpPr>
        <p:spPr>
          <a:xfrm>
            <a:off x="4335830" y="2577772"/>
            <a:ext cx="3936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8649A92-99A3-96C1-820B-68EAA7FC66D6}"/>
              </a:ext>
            </a:extLst>
          </p:cNvPr>
          <p:cNvSpPr txBox="1"/>
          <p:nvPr/>
        </p:nvSpPr>
        <p:spPr>
          <a:xfrm>
            <a:off x="4953504" y="3254268"/>
            <a:ext cx="32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4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C410B27-346D-0FC3-EAD1-874639F4B3CB}"/>
              </a:ext>
            </a:extLst>
          </p:cNvPr>
          <p:cNvCxnSpPr/>
          <p:nvPr/>
        </p:nvCxnSpPr>
        <p:spPr>
          <a:xfrm>
            <a:off x="4493276" y="3438934"/>
            <a:ext cx="3936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84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Experiment.py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1</a:t>
              </a:r>
              <a:endParaRPr kumimoji="1" lang="ko-KR" altLang="en-US" dirty="0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D7B8EC81-4EF4-36D4-5F6A-BDD9BA72F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643" y="2629276"/>
            <a:ext cx="4409901" cy="16799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2A5E48-EECC-6769-9C38-FE8D0E4CC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492" y="2334"/>
            <a:ext cx="465599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8FBA7-337C-C181-BAEB-563384307CB8}"/>
              </a:ext>
            </a:extLst>
          </p:cNvPr>
          <p:cNvSpPr/>
          <p:nvPr/>
        </p:nvSpPr>
        <p:spPr>
          <a:xfrm>
            <a:off x="7636147" y="4995893"/>
            <a:ext cx="1683466" cy="139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3F4C74-9A7F-FF52-AE76-014747A13BC2}"/>
              </a:ext>
            </a:extLst>
          </p:cNvPr>
          <p:cNvSpPr txBox="1"/>
          <p:nvPr/>
        </p:nvSpPr>
        <p:spPr>
          <a:xfrm>
            <a:off x="9795199" y="4776992"/>
            <a:ext cx="2054263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1050" dirty="0"/>
              <a:t>Algo</a:t>
            </a:r>
            <a:r>
              <a:rPr kumimoji="1" lang="ko-KR" altLang="en-US" sz="1050" dirty="0" err="1"/>
              <a:t>를</a:t>
            </a:r>
            <a:r>
              <a:rPr kumimoji="1" lang="ko-KR" altLang="en-US" sz="1050" dirty="0"/>
              <a:t> </a:t>
            </a:r>
            <a:r>
              <a:rPr kumimoji="1" lang="en-US" altLang="ko-KR" sz="1050" dirty="0"/>
              <a:t>string</a:t>
            </a:r>
            <a:r>
              <a:rPr kumimoji="1" lang="ko-KR" altLang="en-US" sz="1050" dirty="0"/>
              <a:t>에서</a:t>
            </a:r>
            <a:endParaRPr kumimoji="1" lang="en-US" altLang="ko-KR" sz="1050" dirty="0"/>
          </a:p>
          <a:p>
            <a:r>
              <a:rPr kumimoji="1" lang="en-US" altLang="ko-KR" sz="1050" dirty="0" err="1"/>
              <a:t>safe_rl</a:t>
            </a:r>
            <a:r>
              <a:rPr kumimoji="1" lang="en-US" altLang="ko-KR" sz="1050" dirty="0"/>
              <a:t> </a:t>
            </a:r>
            <a:r>
              <a:rPr kumimoji="1" lang="ko-KR" altLang="en-US" sz="1050" dirty="0"/>
              <a:t>아래에 해당 </a:t>
            </a:r>
            <a:r>
              <a:rPr kumimoji="1" lang="en-US" altLang="ko-KR" sz="1050" dirty="0"/>
              <a:t>algorithm</a:t>
            </a:r>
            <a:r>
              <a:rPr kumimoji="1" lang="ko-KR" altLang="en-US" sz="1050" dirty="0"/>
              <a:t> </a:t>
            </a:r>
            <a:r>
              <a:rPr kumimoji="1" lang="en-US" altLang="ko-KR" sz="1050" dirty="0"/>
              <a:t>agent</a:t>
            </a:r>
            <a:r>
              <a:rPr kumimoji="1" lang="ko-KR" altLang="en-US" sz="1050" dirty="0" err="1"/>
              <a:t>를</a:t>
            </a:r>
            <a:r>
              <a:rPr kumimoji="1" lang="ko-KR" altLang="en-US" sz="1050" dirty="0"/>
              <a:t> 호출하는 함수로 변경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BEDCE99-CF7A-D0BE-9765-363762C7440A}"/>
              </a:ext>
            </a:extLst>
          </p:cNvPr>
          <p:cNvCxnSpPr>
            <a:cxnSpLocks/>
          </p:cNvCxnSpPr>
          <p:nvPr/>
        </p:nvCxnSpPr>
        <p:spPr>
          <a:xfrm>
            <a:off x="9360598" y="5068078"/>
            <a:ext cx="3936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59EA2ED-75ED-4670-97CE-9D289641CFFF}"/>
              </a:ext>
            </a:extLst>
          </p:cNvPr>
          <p:cNvSpPr/>
          <p:nvPr/>
        </p:nvSpPr>
        <p:spPr>
          <a:xfrm>
            <a:off x="7636146" y="5425441"/>
            <a:ext cx="2325363" cy="139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2D4AD8-E115-BEE9-31A3-EE23D1365689}"/>
              </a:ext>
            </a:extLst>
          </p:cNvPr>
          <p:cNvSpPr txBox="1"/>
          <p:nvPr/>
        </p:nvSpPr>
        <p:spPr>
          <a:xfrm>
            <a:off x="4863676" y="5754964"/>
            <a:ext cx="2054263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1050" dirty="0" err="1"/>
              <a:t>safe_rl</a:t>
            </a:r>
            <a:r>
              <a:rPr kumimoji="1" lang="en-US" altLang="ko-KR" sz="1050" dirty="0"/>
              <a:t> </a:t>
            </a:r>
            <a:r>
              <a:rPr kumimoji="1" lang="ko-KR" altLang="en-US" sz="1050" dirty="0"/>
              <a:t>아래 해당 </a:t>
            </a:r>
            <a:r>
              <a:rPr kumimoji="1" lang="en-US" altLang="ko-KR" sz="1050" dirty="0"/>
              <a:t>algorithm</a:t>
            </a:r>
            <a:r>
              <a:rPr kumimoji="1" lang="ko-KR" altLang="en-US" sz="1050" dirty="0"/>
              <a:t> </a:t>
            </a:r>
            <a:r>
              <a:rPr kumimoji="1" lang="en-US" altLang="ko-KR" sz="1050" dirty="0"/>
              <a:t>agent</a:t>
            </a:r>
            <a:r>
              <a:rPr kumimoji="1" lang="ko-KR" altLang="en-US" sz="1050" dirty="0" err="1"/>
              <a:t>를</a:t>
            </a:r>
            <a:r>
              <a:rPr kumimoji="1" lang="ko-KR" altLang="en-US" sz="1050" dirty="0"/>
              <a:t> 호출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5ECF880-2550-4E0D-1DA8-B3D4EC584A32}"/>
              </a:ext>
            </a:extLst>
          </p:cNvPr>
          <p:cNvCxnSpPr>
            <a:cxnSpLocks/>
          </p:cNvCxnSpPr>
          <p:nvPr/>
        </p:nvCxnSpPr>
        <p:spPr>
          <a:xfrm flipH="1">
            <a:off x="6917939" y="5527679"/>
            <a:ext cx="639486" cy="2272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3BBA5B4-29B7-F767-8BA1-E1B48769D5A9}"/>
              </a:ext>
            </a:extLst>
          </p:cNvPr>
          <p:cNvSpPr/>
          <p:nvPr/>
        </p:nvSpPr>
        <p:spPr>
          <a:xfrm>
            <a:off x="2682643" y="42394"/>
            <a:ext cx="9374115" cy="534065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8EA7D24-D892-CE77-7077-F0D45809EFFF}"/>
              </a:ext>
            </a:extLst>
          </p:cNvPr>
          <p:cNvSpPr/>
          <p:nvPr/>
        </p:nvSpPr>
        <p:spPr>
          <a:xfrm>
            <a:off x="2782561" y="5046609"/>
            <a:ext cx="2428308" cy="27250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ysClr val="windowText" lastClr="000000"/>
                </a:solidFill>
              </a:rPr>
              <a:t>Input data parsing</a:t>
            </a:r>
            <a:endParaRPr kumimoji="1"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81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D13C7-96A4-EC12-5694-051257E7D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400" dirty="0"/>
              <a:t>Env description</a:t>
            </a:r>
            <a:endParaRPr kumimoji="1"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77868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env_fn</a:t>
            </a:r>
            <a:r>
              <a:rPr kumimoji="1" lang="en-US" altLang="ko-KR" sz="3200" dirty="0"/>
              <a:t>=lambda: </a:t>
            </a:r>
            <a:r>
              <a:rPr kumimoji="1" lang="en-US" altLang="ko-KR" sz="3200" dirty="0" err="1">
                <a:solidFill>
                  <a:srgbClr val="FF0000"/>
                </a:solidFill>
              </a:rPr>
              <a:t>gym.make</a:t>
            </a:r>
            <a:r>
              <a:rPr kumimoji="1" lang="en-US" altLang="ko-KR" sz="3200" dirty="0">
                <a:solidFill>
                  <a:srgbClr val="FF0000"/>
                </a:solidFill>
              </a:rPr>
              <a:t>(</a:t>
            </a:r>
            <a:r>
              <a:rPr kumimoji="1" lang="en-US" altLang="ko-KR" sz="3200" dirty="0" err="1">
                <a:solidFill>
                  <a:srgbClr val="FF0000"/>
                </a:solidFill>
              </a:rPr>
              <a:t>env_name</a:t>
            </a:r>
            <a:r>
              <a:rPr kumimoji="1" lang="en-US" altLang="ko-KR" sz="3200" dirty="0">
                <a:solidFill>
                  <a:srgbClr val="FF0000"/>
                </a:solidFill>
              </a:rPr>
              <a:t>)</a:t>
            </a:r>
            <a:endParaRPr kumimoji="1" lang="ko-KR" altLang="en-US" sz="3200" dirty="0">
              <a:solidFill>
                <a:srgbClr val="FF000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22A5E48-EECC-6769-9C38-FE8D0E4CC0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873"/>
          <a:stretch/>
        </p:blipFill>
        <p:spPr>
          <a:xfrm>
            <a:off x="212425" y="3037331"/>
            <a:ext cx="4655990" cy="151745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56434C8-FAC0-B6CB-2902-323A002EB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937" y="1394635"/>
            <a:ext cx="2758176" cy="480284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938E155-93CF-4B45-A858-22FC4079EA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482" y="1735567"/>
            <a:ext cx="6015565" cy="399163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0DBBFAE-1B94-60BD-7C33-1D668F44D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3040" y="3967651"/>
            <a:ext cx="4198960" cy="33507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2EC2C92-A458-E582-4F2C-C2AF97416B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265287"/>
            <a:ext cx="5715000" cy="1778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993D288-B10E-9CDC-4397-BCE10547A4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2512" y="2972073"/>
            <a:ext cx="4406900" cy="1397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A46655B-546F-4DF1-E640-A9006F5642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2" y="1443087"/>
            <a:ext cx="3326566" cy="1064501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1ADEB590-A254-0B11-8DF2-75F93E43425F}"/>
              </a:ext>
            </a:extLst>
          </p:cNvPr>
          <p:cNvSpPr/>
          <p:nvPr/>
        </p:nvSpPr>
        <p:spPr>
          <a:xfrm>
            <a:off x="1284648" y="2350513"/>
            <a:ext cx="718056" cy="157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91B582-04A4-25FC-BBEC-CF1693BA9714}"/>
              </a:ext>
            </a:extLst>
          </p:cNvPr>
          <p:cNvSpPr txBox="1"/>
          <p:nvPr/>
        </p:nvSpPr>
        <p:spPr>
          <a:xfrm>
            <a:off x="1216667" y="1442200"/>
            <a:ext cx="143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Run_agent</a:t>
            </a:r>
            <a:endParaRPr kumimoji="1" lang="ko-KR" altLang="en-US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2716AA2-2AEC-E550-5F06-5B16BBEBCA7F}"/>
              </a:ext>
            </a:extLst>
          </p:cNvPr>
          <p:cNvCxnSpPr>
            <a:endCxn id="27" idx="1"/>
          </p:cNvCxnSpPr>
          <p:nvPr/>
        </p:nvCxnSpPr>
        <p:spPr>
          <a:xfrm flipV="1">
            <a:off x="7000307" y="3041923"/>
            <a:ext cx="392205" cy="69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3084651-121C-D241-98DA-0E2B804AE360}"/>
              </a:ext>
            </a:extLst>
          </p:cNvPr>
          <p:cNvCxnSpPr>
            <a:cxnSpLocks/>
          </p:cNvCxnSpPr>
          <p:nvPr/>
        </p:nvCxnSpPr>
        <p:spPr>
          <a:xfrm flipH="1" flipV="1">
            <a:off x="692163" y="1595355"/>
            <a:ext cx="458407" cy="1516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014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env_fn</a:t>
            </a:r>
            <a:r>
              <a:rPr kumimoji="1" lang="en-US" altLang="ko-KR" sz="3200" dirty="0"/>
              <a:t>=lambda: </a:t>
            </a:r>
            <a:r>
              <a:rPr kumimoji="1" lang="en-US" altLang="ko-KR" sz="3200" dirty="0" err="1">
                <a:solidFill>
                  <a:srgbClr val="FF0000"/>
                </a:solidFill>
              </a:rPr>
              <a:t>gym.make</a:t>
            </a:r>
            <a:r>
              <a:rPr kumimoji="1" lang="en-US" altLang="ko-KR" sz="3200" dirty="0">
                <a:solidFill>
                  <a:srgbClr val="FF0000"/>
                </a:solidFill>
              </a:rPr>
              <a:t>(</a:t>
            </a:r>
            <a:r>
              <a:rPr kumimoji="1" lang="en-US" altLang="ko-KR" sz="3200" dirty="0" err="1">
                <a:solidFill>
                  <a:srgbClr val="FF0000"/>
                </a:solidFill>
              </a:rPr>
              <a:t>env_name</a:t>
            </a:r>
            <a:r>
              <a:rPr kumimoji="1" lang="en-US" altLang="ko-KR" sz="3200" dirty="0">
                <a:solidFill>
                  <a:srgbClr val="FF0000"/>
                </a:solidFill>
              </a:rPr>
              <a:t>)</a:t>
            </a:r>
            <a:endParaRPr kumimoji="1" lang="ko-KR" altLang="en-US" sz="3200" dirty="0">
              <a:solidFill>
                <a:srgbClr val="FF0000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938E155-93CF-4B45-A858-22FC4079E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9" y="1746786"/>
            <a:ext cx="6015565" cy="399163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97CC8E0-8868-BF3B-751F-4E956F517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620" y="1119578"/>
            <a:ext cx="8737325" cy="29881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453C3EC-194A-7734-B4D7-6C00AD756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503" y="1171954"/>
            <a:ext cx="4406900" cy="1397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21D8BD6-EA79-B0F1-0596-DD926A55745B}"/>
              </a:ext>
            </a:extLst>
          </p:cNvPr>
          <p:cNvSpPr/>
          <p:nvPr/>
        </p:nvSpPr>
        <p:spPr>
          <a:xfrm>
            <a:off x="3893212" y="2754420"/>
            <a:ext cx="1396844" cy="2356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3EC6938-6614-0BD2-9BDC-FBEF5E8B0292}"/>
              </a:ext>
            </a:extLst>
          </p:cNvPr>
          <p:cNvCxnSpPr/>
          <p:nvPr/>
        </p:nvCxnSpPr>
        <p:spPr>
          <a:xfrm flipV="1">
            <a:off x="3971750" y="365125"/>
            <a:ext cx="1514650" cy="754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050591D-378A-9221-BCF2-9FEB32FCF501}"/>
              </a:ext>
            </a:extLst>
          </p:cNvPr>
          <p:cNvSpPr txBox="1"/>
          <p:nvPr/>
        </p:nvSpPr>
        <p:spPr>
          <a:xfrm>
            <a:off x="5486400" y="202062"/>
            <a:ext cx="204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Class: </a:t>
            </a:r>
            <a:r>
              <a:rPr kumimoji="1" lang="en-US" altLang="ko-KR" dirty="0" err="1"/>
              <a:t>EnvRegistry</a:t>
            </a:r>
            <a:endParaRPr kumimoji="1"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B1417FC-E66E-1078-CFCC-5052389A95C7}"/>
              </a:ext>
            </a:extLst>
          </p:cNvPr>
          <p:cNvSpPr/>
          <p:nvPr/>
        </p:nvSpPr>
        <p:spPr>
          <a:xfrm>
            <a:off x="639519" y="3742604"/>
            <a:ext cx="1150012" cy="122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02980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B938E155-93CF-4B45-A858-22FC4079E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9" y="1746786"/>
            <a:ext cx="6015565" cy="399163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A36EA77-B351-5E7F-7A9F-55CF56FED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571" y="1991485"/>
            <a:ext cx="7772400" cy="334615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env_fn</a:t>
            </a:r>
            <a:r>
              <a:rPr kumimoji="1" lang="en-US" altLang="ko-KR" sz="3200" dirty="0"/>
              <a:t>=lambda: </a:t>
            </a:r>
            <a:r>
              <a:rPr kumimoji="1" lang="en-US" altLang="ko-KR" sz="3200" dirty="0" err="1">
                <a:solidFill>
                  <a:srgbClr val="FF0000"/>
                </a:solidFill>
              </a:rPr>
              <a:t>gym.make</a:t>
            </a:r>
            <a:r>
              <a:rPr kumimoji="1" lang="en-US" altLang="ko-KR" sz="3200" dirty="0">
                <a:solidFill>
                  <a:srgbClr val="FF0000"/>
                </a:solidFill>
              </a:rPr>
              <a:t>(</a:t>
            </a:r>
            <a:r>
              <a:rPr kumimoji="1" lang="en-US" altLang="ko-KR" sz="3200" dirty="0" err="1">
                <a:solidFill>
                  <a:srgbClr val="FF0000"/>
                </a:solidFill>
              </a:rPr>
              <a:t>env_name</a:t>
            </a:r>
            <a:r>
              <a:rPr kumimoji="1" lang="en-US" altLang="ko-KR" sz="3200" dirty="0">
                <a:solidFill>
                  <a:srgbClr val="FF0000"/>
                </a:solidFill>
              </a:rPr>
              <a:t>)</a:t>
            </a:r>
            <a:endParaRPr kumimoji="1" lang="ko-KR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B1417FC-E66E-1078-CFCC-5052389A95C7}"/>
              </a:ext>
            </a:extLst>
          </p:cNvPr>
          <p:cNvSpPr/>
          <p:nvPr/>
        </p:nvSpPr>
        <p:spPr>
          <a:xfrm>
            <a:off x="622689" y="3849191"/>
            <a:ext cx="1250990" cy="128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9DB6F19-5903-40CC-5362-7A1A3EAF38A9}"/>
              </a:ext>
            </a:extLst>
          </p:cNvPr>
          <p:cNvCxnSpPr/>
          <p:nvPr/>
        </p:nvCxnSpPr>
        <p:spPr>
          <a:xfrm flipV="1">
            <a:off x="4128825" y="1690688"/>
            <a:ext cx="1189281" cy="300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85AD33-9ECE-2B16-20E5-9596C8DE1474}"/>
              </a:ext>
            </a:extLst>
          </p:cNvPr>
          <p:cNvSpPr txBox="1"/>
          <p:nvPr/>
        </p:nvSpPr>
        <p:spPr>
          <a:xfrm>
            <a:off x="5318106" y="1506022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Class: </a:t>
            </a:r>
            <a:r>
              <a:rPr kumimoji="1" lang="en-US" altLang="ko-KR" dirty="0" err="1"/>
              <a:t>EnvSpec</a:t>
            </a:r>
            <a:endParaRPr kumimoji="1" lang="en-US" altLang="ko-KR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B621160-43E9-F49D-528B-AD7E989A4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871" y="3214191"/>
            <a:ext cx="3225800" cy="635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645E4B5-46A9-188C-A99D-C4820CD91A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5038" y="4330321"/>
            <a:ext cx="3327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5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Safety_gym.envs.engine.Engine</a:t>
            </a:r>
            <a:endParaRPr kumimoji="1" lang="ko-KR" altLang="en-US" sz="3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116D47-59C6-7F05-BAA8-E992B37CF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1104900" cy="5969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C6D2EEC-B19C-05CE-E1C6-E58005AFC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92" y="2819400"/>
            <a:ext cx="1168400" cy="1219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B7E892-D63B-31DB-ACEF-79313B1A2F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692" y="2787260"/>
            <a:ext cx="4344472" cy="291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7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D13C7-96A4-EC12-5694-051257E7D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400" dirty="0"/>
              <a:t>Back to algorithm </a:t>
            </a:r>
            <a:endParaRPr kumimoji="1"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721741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Algos.py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2</a:t>
              </a:r>
              <a:endParaRPr kumimoji="1" lang="ko-KR" altLang="en-US" dirty="0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D06B76F-E49E-D172-2764-A77516507359}"/>
              </a:ext>
            </a:extLst>
          </p:cNvPr>
          <p:cNvGrpSpPr/>
          <p:nvPr/>
        </p:nvGrpSpPr>
        <p:grpSpPr>
          <a:xfrm>
            <a:off x="3536487" y="4146227"/>
            <a:ext cx="4559300" cy="2065801"/>
            <a:chOff x="7147787" y="1212387"/>
            <a:chExt cx="4559300" cy="2065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B3EB90-C68F-1970-B9CE-B4F939647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47787" y="1690688"/>
              <a:ext cx="4559300" cy="15875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3B19915-3168-84CC-2C55-E750AF701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47787" y="1212387"/>
              <a:ext cx="4000500" cy="533400"/>
            </a:xfrm>
            <a:prstGeom prst="rect">
              <a:avLst/>
            </a:prstGeom>
          </p:spPr>
        </p:pic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7894F994-B214-4269-632E-4605CA5FD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487" y="1447239"/>
            <a:ext cx="2654300" cy="20193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3D596D2-38F6-5B39-BC29-66F1F7F5FD47}"/>
              </a:ext>
            </a:extLst>
          </p:cNvPr>
          <p:cNvSpPr txBox="1"/>
          <p:nvPr/>
        </p:nvSpPr>
        <p:spPr>
          <a:xfrm>
            <a:off x="6364466" y="2270836"/>
            <a:ext cx="2943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직전 코드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0D005A-D829-0911-D6A5-6D91B7C8B6BE}"/>
              </a:ext>
            </a:extLst>
          </p:cNvPr>
          <p:cNvSpPr txBox="1"/>
          <p:nvPr/>
        </p:nvSpPr>
        <p:spPr>
          <a:xfrm>
            <a:off x="6364466" y="5737754"/>
            <a:ext cx="192569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solidFill>
                  <a:sysClr val="windowText" lastClr="000000"/>
                </a:solidFill>
              </a:rPr>
              <a:t>CPO Agent </a:t>
            </a:r>
            <a:r>
              <a:rPr kumimoji="1" lang="ko-KR" altLang="en-US" sz="1400" dirty="0">
                <a:solidFill>
                  <a:sysClr val="windowText" lastClr="000000"/>
                </a:solidFill>
              </a:rPr>
              <a:t>객체 생성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1B5654E-62CD-A4DD-61BD-7CEB2DA99FA9}"/>
              </a:ext>
            </a:extLst>
          </p:cNvPr>
          <p:cNvCxnSpPr/>
          <p:nvPr/>
        </p:nvCxnSpPr>
        <p:spPr>
          <a:xfrm>
            <a:off x="5904238" y="5891643"/>
            <a:ext cx="3936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360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Agents.py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3</a:t>
              </a:r>
              <a:endParaRPr kumimoji="1" lang="ko-KR" altLang="en-US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276FB05-CE27-0A18-78AD-349093CBD71D}"/>
              </a:ext>
            </a:extLst>
          </p:cNvPr>
          <p:cNvGrpSpPr/>
          <p:nvPr/>
        </p:nvGrpSpPr>
        <p:grpSpPr>
          <a:xfrm>
            <a:off x="3112593" y="657787"/>
            <a:ext cx="4753669" cy="2065801"/>
            <a:chOff x="3536487" y="4146227"/>
            <a:chExt cx="4753669" cy="2065801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D06B76F-E49E-D172-2764-A77516507359}"/>
                </a:ext>
              </a:extLst>
            </p:cNvPr>
            <p:cNvGrpSpPr/>
            <p:nvPr/>
          </p:nvGrpSpPr>
          <p:grpSpPr>
            <a:xfrm>
              <a:off x="3536487" y="4146227"/>
              <a:ext cx="4559300" cy="2065801"/>
              <a:chOff x="7147787" y="1212387"/>
              <a:chExt cx="4559300" cy="2065801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89B3EB90-C68F-1970-B9CE-B4F939647C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47787" y="1690688"/>
                <a:ext cx="4559300" cy="158750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33B19915-3168-84CC-2C55-E750AF701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47787" y="1212387"/>
                <a:ext cx="4000500" cy="533400"/>
              </a:xfrm>
              <a:prstGeom prst="rect">
                <a:avLst/>
              </a:prstGeom>
            </p:spPr>
          </p:pic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20D005A-D829-0911-D6A5-6D91B7C8B6BE}"/>
                </a:ext>
              </a:extLst>
            </p:cNvPr>
            <p:cNvSpPr txBox="1"/>
            <p:nvPr/>
          </p:nvSpPr>
          <p:spPr>
            <a:xfrm>
              <a:off x="6364466" y="5737754"/>
              <a:ext cx="1925690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>
                  <a:solidFill>
                    <a:sysClr val="windowText" lastClr="000000"/>
                  </a:solidFill>
                </a:rPr>
                <a:t>CPO Agent </a:t>
              </a:r>
              <a:r>
                <a:rPr kumimoji="1" lang="ko-KR" altLang="en-US" sz="1400" dirty="0">
                  <a:solidFill>
                    <a:sysClr val="windowText" lastClr="000000"/>
                  </a:solidFill>
                </a:rPr>
                <a:t>객체 생성</a:t>
              </a: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31B5654E-62CD-A4DD-61BD-7CEB2DA99FA9}"/>
                </a:ext>
              </a:extLst>
            </p:cNvPr>
            <p:cNvCxnSpPr/>
            <p:nvPr/>
          </p:nvCxnSpPr>
          <p:spPr>
            <a:xfrm>
              <a:off x="5904238" y="5891643"/>
              <a:ext cx="39361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D5FED11-5745-E028-FF32-F2A98B1E6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6172" y="3668860"/>
            <a:ext cx="35814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48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D13C7-96A4-EC12-5694-051257E7D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400" dirty="0"/>
              <a:t>How to calculate expectation?</a:t>
            </a:r>
            <a:endParaRPr kumimoji="1"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760674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How to calculate expectation?</a:t>
            </a:r>
            <a:endParaRPr kumimoji="1" lang="ko-KR" altLang="en-US" sz="32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FC6FB10-7CAA-ACFA-B20F-085F05828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356" y="2698243"/>
            <a:ext cx="4953000" cy="23114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1B0C963-CC1B-8560-C628-89B51B652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12" y="1948204"/>
            <a:ext cx="5067300" cy="33655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8403793-76AE-3280-D695-307FEB444045}"/>
              </a:ext>
            </a:extLst>
          </p:cNvPr>
          <p:cNvSpPr/>
          <p:nvPr/>
        </p:nvSpPr>
        <p:spPr>
          <a:xfrm>
            <a:off x="4626501" y="1344350"/>
            <a:ext cx="1469499" cy="1353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0E3863-F4D2-EE72-6FB9-ACC56CEA1860}"/>
              </a:ext>
            </a:extLst>
          </p:cNvPr>
          <p:cNvSpPr/>
          <p:nvPr/>
        </p:nvSpPr>
        <p:spPr>
          <a:xfrm>
            <a:off x="6454444" y="1344349"/>
            <a:ext cx="1469499" cy="1353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741D3DC-57EB-7356-4472-29CBD354651E}"/>
              </a:ext>
            </a:extLst>
          </p:cNvPr>
          <p:cNvSpPr/>
          <p:nvPr/>
        </p:nvSpPr>
        <p:spPr>
          <a:xfrm>
            <a:off x="8267096" y="1344348"/>
            <a:ext cx="1469499" cy="1353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AC72327-EC44-5259-958E-280B49D936AA}"/>
              </a:ext>
            </a:extLst>
          </p:cNvPr>
          <p:cNvSpPr/>
          <p:nvPr/>
        </p:nvSpPr>
        <p:spPr>
          <a:xfrm>
            <a:off x="10095039" y="1344347"/>
            <a:ext cx="1469499" cy="1353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899539-BD09-323F-6E18-38AACD8B44F4}"/>
              </a:ext>
            </a:extLst>
          </p:cNvPr>
          <p:cNvSpPr txBox="1"/>
          <p:nvPr/>
        </p:nvSpPr>
        <p:spPr>
          <a:xfrm>
            <a:off x="5692873" y="102790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cpu1</a:t>
            </a:r>
            <a:endParaRPr kumimoji="1"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EB69DA-C173-F360-F64F-A759C2A9C67B}"/>
              </a:ext>
            </a:extLst>
          </p:cNvPr>
          <p:cNvSpPr txBox="1"/>
          <p:nvPr/>
        </p:nvSpPr>
        <p:spPr>
          <a:xfrm>
            <a:off x="7325582" y="102002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cpu2</a:t>
            </a:r>
            <a:endParaRPr kumimoji="1"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CFD02D-D65E-56DD-541B-27D8F969BA39}"/>
              </a:ext>
            </a:extLst>
          </p:cNvPr>
          <p:cNvSpPr txBox="1"/>
          <p:nvPr/>
        </p:nvSpPr>
        <p:spPr>
          <a:xfrm>
            <a:off x="9150749" y="102002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cpu3</a:t>
            </a:r>
            <a:endParaRPr kumimoji="1"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A9300E-A667-5EE2-FE22-1DE8AF17B6C7}"/>
              </a:ext>
            </a:extLst>
          </p:cNvPr>
          <p:cNvSpPr txBox="1"/>
          <p:nvPr/>
        </p:nvSpPr>
        <p:spPr>
          <a:xfrm>
            <a:off x="11064908" y="102002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cpu4</a:t>
            </a:r>
            <a:endParaRPr kumimoji="1"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5EB9349-723D-B37E-0569-58AABCCF5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349" y="1511901"/>
            <a:ext cx="1533942" cy="101878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F79D11A-FCDF-B06D-ED59-3438D2793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088" y="1505623"/>
            <a:ext cx="1533942" cy="101878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37A3089-351B-89BD-143B-B22A65696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874" y="1505622"/>
            <a:ext cx="1533942" cy="101878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D9306C7-40EF-B161-83DE-D054E4A9A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660" y="1503006"/>
            <a:ext cx="1533942" cy="1018783"/>
          </a:xfrm>
          <a:prstGeom prst="rect">
            <a:avLst/>
          </a:prstGeom>
        </p:spPr>
      </p:pic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C4737CC-483F-7880-6720-6D6B20EFEEB5}"/>
              </a:ext>
            </a:extLst>
          </p:cNvPr>
          <p:cNvCxnSpPr/>
          <p:nvPr/>
        </p:nvCxnSpPr>
        <p:spPr>
          <a:xfrm>
            <a:off x="6166356" y="1389354"/>
            <a:ext cx="83053" cy="1517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7C23320-C26E-4A5D-0BD6-D6832D4C95E7}"/>
              </a:ext>
            </a:extLst>
          </p:cNvPr>
          <p:cNvCxnSpPr/>
          <p:nvPr/>
        </p:nvCxnSpPr>
        <p:spPr>
          <a:xfrm flipH="1">
            <a:off x="7189059" y="1344347"/>
            <a:ext cx="659036" cy="1737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473E0B1-C399-66F1-718B-09F2DF22300F}"/>
              </a:ext>
            </a:extLst>
          </p:cNvPr>
          <p:cNvCxnSpPr/>
          <p:nvPr/>
        </p:nvCxnSpPr>
        <p:spPr>
          <a:xfrm flipH="1">
            <a:off x="7375756" y="1344347"/>
            <a:ext cx="1931746" cy="1883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FB9E684-3973-032B-1384-B89F2D4A8CC3}"/>
              </a:ext>
            </a:extLst>
          </p:cNvPr>
          <p:cNvCxnSpPr>
            <a:stCxn id="27" idx="2"/>
          </p:cNvCxnSpPr>
          <p:nvPr/>
        </p:nvCxnSpPr>
        <p:spPr>
          <a:xfrm flipH="1">
            <a:off x="7278866" y="1389354"/>
            <a:ext cx="4131650" cy="197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653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Agents.py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3</a:t>
              </a:r>
              <a:endParaRPr kumimoji="1" lang="ko-KR" altLang="en-US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BD3039F6-AD29-69AC-3374-050385090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749" y="1301812"/>
            <a:ext cx="4582235" cy="519106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6EB0F2E-B4CD-070E-E5DD-4BAA4A57E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648" y="2870273"/>
            <a:ext cx="4447436" cy="16096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ACF24E6-AFDF-14C6-8CAD-FCAC704AE8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0211" y="296056"/>
            <a:ext cx="3055308" cy="227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94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Agents.py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3</a:t>
              </a:r>
              <a:endParaRPr kumimoji="1" lang="ko-KR" altLang="en-US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6730431A-13D3-3C74-46E9-243F36169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3118" y="1848501"/>
            <a:ext cx="5013872" cy="402253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09E6599-5A0F-3F98-B0E4-A08DFCA396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990" y="1619049"/>
            <a:ext cx="4671241" cy="44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22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Agents.py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3</a:t>
              </a:r>
              <a:endParaRPr kumimoji="1" lang="ko-KR" altLang="en-US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9CA9C279-67F7-63C3-2362-C5EEEFBBD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971" y="1762189"/>
            <a:ext cx="5405359" cy="439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93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47B482D-F31C-D39E-375C-38AA5474D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89" y="928218"/>
            <a:ext cx="3580228" cy="511227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C667E7C-6DEF-E7D7-594E-14041CEC3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035" y="884080"/>
            <a:ext cx="5422900" cy="8509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2FA8127-6273-DC95-4CA4-041B50A60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332" y="2196876"/>
            <a:ext cx="7171169" cy="20919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39FBFEE-CEB9-D799-5441-061597D8F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008642"/>
            <a:ext cx="12062813" cy="62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025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883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DB091A2F-A2A4-14E6-5FA8-59C4FAD06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495" y="1628102"/>
            <a:ext cx="3474838" cy="486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76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FBDF055D-217C-014D-5D6B-A6E42A746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085" y="1979018"/>
            <a:ext cx="4236844" cy="20391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944BB76-9754-03BA-6777-E97D351D1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628" y="0"/>
            <a:ext cx="57253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77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EAF653D4-28E8-D9F7-2154-2A138F50B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086" y="2030444"/>
            <a:ext cx="4214718" cy="263419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7CBB2CD-5857-C58A-4738-404D9E330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016" y="1571242"/>
            <a:ext cx="5161091" cy="331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26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A9C1-84B8-26E6-10C1-4BCD511D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 err="1"/>
              <a:t>Run.agent.py</a:t>
            </a:r>
            <a:endParaRPr kumimoji="1" lang="ko-KR" altLang="en-US" sz="3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00EE260-1D9B-F851-FA33-032C31E97637}"/>
              </a:ext>
            </a:extLst>
          </p:cNvPr>
          <p:cNvGrpSpPr/>
          <p:nvPr/>
        </p:nvGrpSpPr>
        <p:grpSpPr>
          <a:xfrm>
            <a:off x="218003" y="1435360"/>
            <a:ext cx="2186082" cy="5293685"/>
            <a:chOff x="3233706" y="1199190"/>
            <a:chExt cx="2186082" cy="5293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CBD2D46-8498-19AA-F123-F84923B75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r="64540"/>
            <a:stretch/>
          </p:blipFill>
          <p:spPr>
            <a:xfrm>
              <a:off x="3233706" y="1199190"/>
              <a:ext cx="2186082" cy="529368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1B2778-1A99-F565-A49B-2241BB63A031}"/>
                </a:ext>
              </a:extLst>
            </p:cNvPr>
            <p:cNvSpPr txBox="1"/>
            <p:nvPr/>
          </p:nvSpPr>
          <p:spPr>
            <a:xfrm>
              <a:off x="4959560" y="4942958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1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A2359C8-95F3-A418-DF5C-E8E37525F681}"/>
                </a:ext>
              </a:extLst>
            </p:cNvPr>
            <p:cNvCxnSpPr/>
            <p:nvPr/>
          </p:nvCxnSpPr>
          <p:spPr>
            <a:xfrm>
              <a:off x="4499332" y="5127624"/>
              <a:ext cx="3936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8DC683-47EB-CCD2-A8EC-759C92C2EE7F}"/>
                </a:ext>
              </a:extLst>
            </p:cNvPr>
            <p:cNvSpPr txBox="1"/>
            <p:nvPr/>
          </p:nvSpPr>
          <p:spPr>
            <a:xfrm>
              <a:off x="4729446" y="2624662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2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A2055E9-C3A2-6DEC-8D88-42C77CD5ADC1}"/>
                </a:ext>
              </a:extLst>
            </p:cNvPr>
            <p:cNvCxnSpPr/>
            <p:nvPr/>
          </p:nvCxnSpPr>
          <p:spPr>
            <a:xfrm>
              <a:off x="4269218" y="2809328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EE2E95-0DC1-58A3-2576-F7A1434A9AF5}"/>
                </a:ext>
              </a:extLst>
            </p:cNvPr>
            <p:cNvSpPr txBox="1"/>
            <p:nvPr/>
          </p:nvSpPr>
          <p:spPr>
            <a:xfrm>
              <a:off x="4796058" y="2393106"/>
              <a:ext cx="3270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  <a:endParaRPr kumimoji="1" lang="ko-KR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C2BEF3-2A84-EC2F-43EC-52DE838DE759}"/>
                </a:ext>
              </a:extLst>
            </p:cNvPr>
            <p:cNvCxnSpPr/>
            <p:nvPr/>
          </p:nvCxnSpPr>
          <p:spPr>
            <a:xfrm>
              <a:off x="4335830" y="2577772"/>
              <a:ext cx="393616" cy="0"/>
            </a:xfrm>
            <a:prstGeom prst="straightConnector1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649A92-99A3-96C1-820B-68EAA7FC66D6}"/>
                </a:ext>
              </a:extLst>
            </p:cNvPr>
            <p:cNvSpPr txBox="1"/>
            <p:nvPr/>
          </p:nvSpPr>
          <p:spPr>
            <a:xfrm>
              <a:off x="4953504" y="3254268"/>
              <a:ext cx="32700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4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1C410B27-346D-0FC3-EAD1-874639F4B3CB}"/>
                </a:ext>
              </a:extLst>
            </p:cNvPr>
            <p:cNvCxnSpPr/>
            <p:nvPr/>
          </p:nvCxnSpPr>
          <p:spPr>
            <a:xfrm>
              <a:off x="4493276" y="3438934"/>
              <a:ext cx="39361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59C55F3-93C2-3E78-3681-FE9CFB968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697" y="1435360"/>
            <a:ext cx="4165297" cy="41131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2DFE528-6C9D-E50C-86F1-78A014C161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606" y="0"/>
            <a:ext cx="5040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61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2915</TotalTime>
  <Words>223</Words>
  <Application>Microsoft Macintosh PowerPoint</Application>
  <PresentationFormat>와이드스크린</PresentationFormat>
  <Paragraphs>98</Paragraphs>
  <Slides>22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CPO code</vt:lpstr>
      <vt:lpstr>Hierarchy</vt:lpstr>
      <vt:lpstr>Experiment.py</vt:lpstr>
      <vt:lpstr>Env description</vt:lpstr>
      <vt:lpstr>env_fn=lambda: gym.make(env_name)</vt:lpstr>
      <vt:lpstr>env_fn=lambda: gym.make(env_name)</vt:lpstr>
      <vt:lpstr>env_fn=lambda: gym.make(env_name)</vt:lpstr>
      <vt:lpstr>Safety_gym.envs.engine.Engine</vt:lpstr>
      <vt:lpstr>Back to algorithm </vt:lpstr>
      <vt:lpstr>Algos.py</vt:lpstr>
      <vt:lpstr>Agents.py</vt:lpstr>
      <vt:lpstr>How to calculate expectation?</vt:lpstr>
      <vt:lpstr>How to calculate expectation?</vt:lpstr>
      <vt:lpstr>Agents.py</vt:lpstr>
      <vt:lpstr>Agents.py</vt:lpstr>
      <vt:lpstr>Agents.py</vt:lpstr>
      <vt:lpstr>PowerPoint 프레젠테이션</vt:lpstr>
      <vt:lpstr>PowerPoint 프레젠테이션</vt:lpstr>
      <vt:lpstr>Run.agent.py</vt:lpstr>
      <vt:lpstr>Run.agent.py</vt:lpstr>
      <vt:lpstr>Run.agent.py</vt:lpstr>
      <vt:lpstr>Run.agent.py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한의석</dc:creator>
  <cp:lastModifiedBy>한의석</cp:lastModifiedBy>
  <cp:revision>28</cp:revision>
  <dcterms:created xsi:type="dcterms:W3CDTF">2024-07-24T03:50:40Z</dcterms:created>
  <dcterms:modified xsi:type="dcterms:W3CDTF">2024-07-31T07:05:43Z</dcterms:modified>
</cp:coreProperties>
</file>