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62" r:id="rId4"/>
    <p:sldId id="279" r:id="rId5"/>
    <p:sldId id="273" r:id="rId6"/>
    <p:sldId id="274" r:id="rId7"/>
    <p:sldId id="275" r:id="rId8"/>
    <p:sldId id="276" r:id="rId9"/>
    <p:sldId id="278" r:id="rId10"/>
    <p:sldId id="263" r:id="rId11"/>
    <p:sldId id="264" r:id="rId12"/>
    <p:sldId id="280" r:id="rId13"/>
    <p:sldId id="272" r:id="rId14"/>
    <p:sldId id="265" r:id="rId15"/>
    <p:sldId id="266" r:id="rId16"/>
    <p:sldId id="267" r:id="rId17"/>
    <p:sldId id="282" r:id="rId18"/>
    <p:sldId id="283" r:id="rId19"/>
    <p:sldId id="268" r:id="rId20"/>
    <p:sldId id="269" r:id="rId21"/>
    <p:sldId id="284" r:id="rId22"/>
    <p:sldId id="285" r:id="rId23"/>
    <p:sldId id="288" r:id="rId24"/>
    <p:sldId id="289" r:id="rId25"/>
    <p:sldId id="290" r:id="rId26"/>
    <p:sldId id="291" r:id="rId27"/>
    <p:sldId id="292" r:id="rId28"/>
    <p:sldId id="270" r:id="rId29"/>
    <p:sldId id="293" r:id="rId30"/>
    <p:sldId id="271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8"/>
    <p:restoredTop sz="94748"/>
  </p:normalViewPr>
  <p:slideViewPr>
    <p:cSldViewPr snapToGrid="0">
      <p:cViewPr varScale="1">
        <p:scale>
          <a:sx n="121" d="100"/>
          <a:sy n="121" d="100"/>
        </p:scale>
        <p:origin x="7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A349A1-FAE5-2545-8C0D-BD407E515C0B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F16A8-DE22-FE4F-A1CC-0CCBEFD4EF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1234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18857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9021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1510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85125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6701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267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66654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2707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127132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78791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59384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77026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44388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771925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690986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608504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4DAA9-6179-8EC3-08E7-0A7279FE4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AAA7F3-A97C-CA99-FB58-89C586E2C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7F463C-6EE6-4A6D-5940-06C74B378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846D32-30F8-1D1D-8623-8145F36164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389111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B8FCA-0BFE-67CE-F4CF-181619A87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9B7253-3BE7-05DE-E52F-04E0BA541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15CCF4-0C5A-F262-BFCF-FD2C245E4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DA85F-DB83-658F-01C7-EE9EB993DB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442282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11160-0F19-3F09-D0FD-B6348B7FC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7665DE-283A-88A1-42A5-16A42C7F7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BE7CBF-E0CC-8DF8-0FD5-AD3ED91CA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3E70B8-F65B-C99A-3B5B-9EC15EED3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906531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278E6-5DF9-F7D8-F899-D3859B895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3A9E45-B5F8-6287-A3FE-057F17F2A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851006-25BC-EECC-11F6-C6C653EA2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E6BD43-2AD6-FCC1-CAAD-B7E2832B2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591268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C72B4-DA9E-2843-7E0E-01A31CD0B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8B082C-6D34-741A-9213-278DD345A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8E2406-0F60-1457-2AE9-40C460755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B999B8-1B49-391F-29FD-82EA087BC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25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148501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B89F8-B003-247F-11AF-2DB3E7904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0633A6-3593-2EED-12BF-C3221C4DE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36CCDD-2C24-87D5-6A68-DBC7F3047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C69A8E-A610-B48E-B7FD-0BB84C2C7D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472648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6C324-6BB2-C11C-EACF-33032DE21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BC8C2F-61C3-5199-50AC-DA49FC0A3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3CE62A-8F2A-CCB2-EB21-824FB2C5D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423BD7-1597-5321-D3FD-770E10836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27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610804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28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58576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52103-440C-2095-2531-90516F4A6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F23BCD-27D0-3D49-2509-D4363EE95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FFE45B-7C48-EF35-94E9-1C8A506BF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C53E6E-AEA4-993F-2401-8E2BA96CF8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29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42050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30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57792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4853AE-252B-9A01-58F7-ECA1849B82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060688-7FB0-C5F1-2C99-4E77CDC9E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DD99B3-04E5-3F9C-3F51-4DE2AF3D1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4A8EBE-0B67-DE0D-9CED-8D6651D8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2EBBFE-2FB8-3DAB-8267-70EE0AB63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67006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402FD7-75A1-9EA6-273E-0E61E3E22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C4B7C3-B550-E800-D4D4-904DDC77A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AA0EC4-50EF-9B80-5156-32E8AA855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C346C1-D5CF-E68F-D364-1B0760FC6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4FA800-9926-DCA6-BF08-48F6E8187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07335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B3C7D8-BBDF-2559-8543-B5DA091B5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9EA175-8CFA-FF51-E465-D36E277DB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2D5F0E-2AAE-0C94-9F63-8B730B790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E34C03-C198-9726-A5CA-949176CCE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994D1B-EDC7-2EA8-BF1B-38BD66D7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430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16AF09-BB6B-5760-9919-BEE04B3D1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82E4D7-8EF1-0F62-6CCE-B71040047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C36173-2BB2-9079-7C39-78F07D43F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802BB0-E5C9-41E7-909C-4D651E52B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010F2C-C29D-8E48-6BC7-529EFD48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2B68EC-2F50-02B0-0220-ED957B787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4463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8D475-7B61-540C-9DF3-81799F522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0C91DD-EBE5-9532-460E-C2A95BB8A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B90548-1A78-4D7E-7484-ECCBCF80D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A1058C-0594-2158-A0EB-EC127CF226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EE7BA35-637B-95C7-2C86-66C154BB7B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82EE461-483F-0AF2-9F7D-697D9537A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B1B5241-497B-0830-E869-82F0F5FD3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EFA807-8492-06FF-F014-090900250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14894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964B49-00BC-129B-E6DA-479460154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32CB6C9-4976-402D-5E1D-2E7D7A8E2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811597-F93D-645F-AABB-90F3FF85E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71DC14-53D9-250C-EC20-B43C3F8EF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12165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CCCF230-D845-6382-51CA-7BF1AC60B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F38B75-FDFC-B5B7-4554-2CCF54465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1D3953-1C12-3982-557F-9161DC3B3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40538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FB2F70-3098-6655-698A-DA13A6506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3259E0-033B-0CC7-1F90-E80F86DEC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16AED0-32A5-878F-520D-C06C0FA28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2D9627-7B8A-0A38-45A0-D54E2D20B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1C3092-F2E7-69C8-D1E3-1E89EA182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85D566-CE96-1F92-73E9-32B8C43AB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388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FEBBB-1B74-6244-1643-ACEE71F4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1874538-EA3C-CED1-4FA4-EB218F10E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7F7173-4977-ED07-C11F-A972D0865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920DD7-2218-8028-83AA-8A23DA44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5A504D-A1A8-C141-4F7F-C4E03F2B5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D23F5F-42C1-46DB-94C9-524E67BA6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4269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8DE351-0B88-0801-1C20-60D4338EA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45785D-4A4B-BA77-AD33-62A2B6F18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F5B6F6-B6E6-DC41-2663-44F1E2421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9850D9-2502-5189-9C3C-8738C6CDA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688A09-61BE-6A52-8C4B-1B8740D1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08386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BB2B56B-EE60-28E4-C529-1C706F9EBA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478972-BA28-7082-C471-E4EAF85B0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CC0F6B-F296-A6D1-2DFA-5ABB3F6AA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3923AD-79E2-9FFD-019D-4CE3673E2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7D7CFC-6E6F-81DC-78E7-32003FE3C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21018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B6FEB69-FAF2-6B0E-21CA-DC3EA4423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F8DBB9-CE8E-093B-1F7B-683D0BD24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8D9220-489D-7268-1292-C092B6316B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D6A9BE-D090-B941-8093-075B8D93C61B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8E3361-2CEA-3C55-315D-40685267E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73F690-C901-5B4D-089D-462A02058F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4769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D13C7-96A4-EC12-5694-051257E7DC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400" dirty="0"/>
              <a:t>CPO code</a:t>
            </a:r>
            <a:endParaRPr kumimoji="1"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555729-6120-04FD-F1BF-83B7871FBA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sz="1600" dirty="0"/>
              <a:t>07/24/24</a:t>
            </a:r>
          </a:p>
          <a:p>
            <a:r>
              <a:rPr kumimoji="1" lang="en-US" altLang="ko-KR" sz="1600" dirty="0"/>
              <a:t>20200690 </a:t>
            </a:r>
            <a:r>
              <a:rPr kumimoji="1" lang="en-US" altLang="ko-KR" sz="1600" dirty="0" err="1"/>
              <a:t>Euiseok</a:t>
            </a:r>
            <a:r>
              <a:rPr kumimoji="1" lang="en-US" altLang="ko-KR" sz="1600" dirty="0"/>
              <a:t> Han</a:t>
            </a:r>
            <a:endParaRPr kumimoji="1"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81894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/>
              <a:t>Hierarchy</a:t>
            </a:r>
            <a:endParaRPr kumimoji="1" lang="ko-KR" altLang="en-US" sz="3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BD2D46-8498-19AA-F123-F84923B75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706" y="1199190"/>
            <a:ext cx="6164798" cy="52936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1B2778-1A99-F565-A49B-2241BB63A031}"/>
              </a:ext>
            </a:extLst>
          </p:cNvPr>
          <p:cNvSpPr txBox="1"/>
          <p:nvPr/>
        </p:nvSpPr>
        <p:spPr>
          <a:xfrm>
            <a:off x="4959560" y="4942958"/>
            <a:ext cx="327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1</a:t>
            </a:r>
            <a:endParaRPr kumimoji="1"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A2359C8-95F3-A418-DF5C-E8E37525F681}"/>
              </a:ext>
            </a:extLst>
          </p:cNvPr>
          <p:cNvCxnSpPr/>
          <p:nvPr/>
        </p:nvCxnSpPr>
        <p:spPr>
          <a:xfrm>
            <a:off x="4499332" y="5127624"/>
            <a:ext cx="3936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68DC683-47EB-CCD2-A8EC-759C92C2EE7F}"/>
              </a:ext>
            </a:extLst>
          </p:cNvPr>
          <p:cNvSpPr txBox="1"/>
          <p:nvPr/>
        </p:nvSpPr>
        <p:spPr>
          <a:xfrm>
            <a:off x="4729446" y="2624662"/>
            <a:ext cx="327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2</a:t>
            </a:r>
            <a:endParaRPr kumimoji="1"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A2055E9-C3A2-6DEC-8D88-42C77CD5ADC1}"/>
              </a:ext>
            </a:extLst>
          </p:cNvPr>
          <p:cNvCxnSpPr/>
          <p:nvPr/>
        </p:nvCxnSpPr>
        <p:spPr>
          <a:xfrm>
            <a:off x="4269218" y="2809328"/>
            <a:ext cx="3936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7EE2E95-0DC1-58A3-2576-F7A1434A9AF5}"/>
              </a:ext>
            </a:extLst>
          </p:cNvPr>
          <p:cNvSpPr txBox="1"/>
          <p:nvPr/>
        </p:nvSpPr>
        <p:spPr>
          <a:xfrm>
            <a:off x="4796058" y="2393106"/>
            <a:ext cx="327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3</a:t>
            </a:r>
            <a:endParaRPr kumimoji="1" lang="ko-KR" altLang="en-US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CC2BEF3-2A84-EC2F-43EC-52DE838DE759}"/>
              </a:ext>
            </a:extLst>
          </p:cNvPr>
          <p:cNvCxnSpPr/>
          <p:nvPr/>
        </p:nvCxnSpPr>
        <p:spPr>
          <a:xfrm>
            <a:off x="4335830" y="2577772"/>
            <a:ext cx="3936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8649A92-99A3-96C1-820B-68EAA7FC66D6}"/>
              </a:ext>
            </a:extLst>
          </p:cNvPr>
          <p:cNvSpPr txBox="1"/>
          <p:nvPr/>
        </p:nvSpPr>
        <p:spPr>
          <a:xfrm>
            <a:off x="4953504" y="3254268"/>
            <a:ext cx="327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4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C410B27-346D-0FC3-EAD1-874639F4B3CB}"/>
              </a:ext>
            </a:extLst>
          </p:cNvPr>
          <p:cNvCxnSpPr/>
          <p:nvPr/>
        </p:nvCxnSpPr>
        <p:spPr>
          <a:xfrm>
            <a:off x="4493276" y="3438934"/>
            <a:ext cx="3936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843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Experiment.py</a:t>
            </a:r>
            <a:endParaRPr kumimoji="1" lang="ko-KR" altLang="en-US" sz="32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00EE260-1D9B-F851-FA33-032C31E97637}"/>
              </a:ext>
            </a:extLst>
          </p:cNvPr>
          <p:cNvGrpSpPr/>
          <p:nvPr/>
        </p:nvGrpSpPr>
        <p:grpSpPr>
          <a:xfrm>
            <a:off x="218003" y="1435360"/>
            <a:ext cx="2186082" cy="5293685"/>
            <a:chOff x="3233706" y="1199190"/>
            <a:chExt cx="2186082" cy="529368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CBD2D46-8498-19AA-F123-F84923B75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" r="64540"/>
            <a:stretch/>
          </p:blipFill>
          <p:spPr>
            <a:xfrm>
              <a:off x="3233706" y="1199190"/>
              <a:ext cx="2186082" cy="529368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1B2778-1A99-F565-A49B-2241BB63A031}"/>
                </a:ext>
              </a:extLst>
            </p:cNvPr>
            <p:cNvSpPr txBox="1"/>
            <p:nvPr/>
          </p:nvSpPr>
          <p:spPr>
            <a:xfrm>
              <a:off x="4959560" y="4942958"/>
              <a:ext cx="32700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1</a:t>
              </a:r>
              <a:endParaRPr kumimoji="1" lang="ko-KR" altLang="en-US" dirty="0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A2359C8-95F3-A418-DF5C-E8E37525F681}"/>
                </a:ext>
              </a:extLst>
            </p:cNvPr>
            <p:cNvCxnSpPr/>
            <p:nvPr/>
          </p:nvCxnSpPr>
          <p:spPr>
            <a:xfrm>
              <a:off x="4499332" y="5127624"/>
              <a:ext cx="3936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8DC683-47EB-CCD2-A8EC-759C92C2EE7F}"/>
                </a:ext>
              </a:extLst>
            </p:cNvPr>
            <p:cNvSpPr txBox="1"/>
            <p:nvPr/>
          </p:nvSpPr>
          <p:spPr>
            <a:xfrm>
              <a:off x="4729446" y="2624662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2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BA2055E9-C3A2-6DEC-8D88-42C77CD5ADC1}"/>
                </a:ext>
              </a:extLst>
            </p:cNvPr>
            <p:cNvCxnSpPr/>
            <p:nvPr/>
          </p:nvCxnSpPr>
          <p:spPr>
            <a:xfrm>
              <a:off x="4269218" y="2809328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EE2E95-0DC1-58A3-2576-F7A1434A9AF5}"/>
                </a:ext>
              </a:extLst>
            </p:cNvPr>
            <p:cNvSpPr txBox="1"/>
            <p:nvPr/>
          </p:nvSpPr>
          <p:spPr>
            <a:xfrm>
              <a:off x="4796058" y="2393106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CC2BEF3-2A84-EC2F-43EC-52DE838DE759}"/>
                </a:ext>
              </a:extLst>
            </p:cNvPr>
            <p:cNvCxnSpPr/>
            <p:nvPr/>
          </p:nvCxnSpPr>
          <p:spPr>
            <a:xfrm>
              <a:off x="4335830" y="2577772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649A92-99A3-96C1-820B-68EAA7FC66D6}"/>
                </a:ext>
              </a:extLst>
            </p:cNvPr>
            <p:cNvSpPr txBox="1"/>
            <p:nvPr/>
          </p:nvSpPr>
          <p:spPr>
            <a:xfrm>
              <a:off x="4953504" y="325426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4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C410B27-346D-0FC3-EAD1-874639F4B3CB}"/>
                </a:ext>
              </a:extLst>
            </p:cNvPr>
            <p:cNvCxnSpPr/>
            <p:nvPr/>
          </p:nvCxnSpPr>
          <p:spPr>
            <a:xfrm>
              <a:off x="4493276" y="343893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D7B8EC81-4EF4-36D4-5F6A-BDD9BA72F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643" y="2629276"/>
            <a:ext cx="4409901" cy="167996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22A5E48-EECC-6769-9C38-FE8D0E4CC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9492" y="2334"/>
            <a:ext cx="465599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838FBA7-337C-C181-BAEB-563384307CB8}"/>
              </a:ext>
            </a:extLst>
          </p:cNvPr>
          <p:cNvSpPr/>
          <p:nvPr/>
        </p:nvSpPr>
        <p:spPr>
          <a:xfrm>
            <a:off x="7636147" y="4995893"/>
            <a:ext cx="1683466" cy="1392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3F4C74-9A7F-FF52-AE76-014747A13BC2}"/>
              </a:ext>
            </a:extLst>
          </p:cNvPr>
          <p:cNvSpPr txBox="1"/>
          <p:nvPr/>
        </p:nvSpPr>
        <p:spPr>
          <a:xfrm>
            <a:off x="9795199" y="4776992"/>
            <a:ext cx="2054263" cy="5770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sz="1050" dirty="0"/>
              <a:t>Algo</a:t>
            </a:r>
            <a:r>
              <a:rPr kumimoji="1" lang="ko-KR" altLang="en-US" sz="1050" dirty="0" err="1"/>
              <a:t>를</a:t>
            </a:r>
            <a:r>
              <a:rPr kumimoji="1" lang="ko-KR" altLang="en-US" sz="1050" dirty="0"/>
              <a:t> </a:t>
            </a:r>
            <a:r>
              <a:rPr kumimoji="1" lang="en-US" altLang="ko-KR" sz="1050" dirty="0"/>
              <a:t>string</a:t>
            </a:r>
            <a:r>
              <a:rPr kumimoji="1" lang="ko-KR" altLang="en-US" sz="1050" dirty="0"/>
              <a:t>에서</a:t>
            </a:r>
            <a:endParaRPr kumimoji="1" lang="en-US" altLang="ko-KR" sz="1050" dirty="0"/>
          </a:p>
          <a:p>
            <a:r>
              <a:rPr kumimoji="1" lang="en-US" altLang="ko-KR" sz="1050" dirty="0" err="1"/>
              <a:t>safe_rl</a:t>
            </a:r>
            <a:r>
              <a:rPr kumimoji="1" lang="en-US" altLang="ko-KR" sz="1050" dirty="0"/>
              <a:t> </a:t>
            </a:r>
            <a:r>
              <a:rPr kumimoji="1" lang="ko-KR" altLang="en-US" sz="1050" dirty="0"/>
              <a:t>아래에 해당 </a:t>
            </a:r>
            <a:r>
              <a:rPr kumimoji="1" lang="en-US" altLang="ko-KR" sz="1050" dirty="0"/>
              <a:t>algorithm</a:t>
            </a:r>
            <a:r>
              <a:rPr kumimoji="1" lang="ko-KR" altLang="en-US" sz="1050" dirty="0"/>
              <a:t> </a:t>
            </a:r>
            <a:r>
              <a:rPr kumimoji="1" lang="en-US" altLang="ko-KR" sz="1050" dirty="0"/>
              <a:t>agent</a:t>
            </a:r>
            <a:r>
              <a:rPr kumimoji="1" lang="ko-KR" altLang="en-US" sz="1050" dirty="0" err="1"/>
              <a:t>를</a:t>
            </a:r>
            <a:r>
              <a:rPr kumimoji="1" lang="ko-KR" altLang="en-US" sz="1050" dirty="0"/>
              <a:t> 호출하는 함수로 변경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BEDCE99-CF7A-D0BE-9765-363762C7440A}"/>
              </a:ext>
            </a:extLst>
          </p:cNvPr>
          <p:cNvCxnSpPr>
            <a:cxnSpLocks/>
          </p:cNvCxnSpPr>
          <p:nvPr/>
        </p:nvCxnSpPr>
        <p:spPr>
          <a:xfrm>
            <a:off x="9360598" y="5068078"/>
            <a:ext cx="39361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59EA2ED-75ED-4670-97CE-9D289641CFFF}"/>
              </a:ext>
            </a:extLst>
          </p:cNvPr>
          <p:cNvSpPr/>
          <p:nvPr/>
        </p:nvSpPr>
        <p:spPr>
          <a:xfrm>
            <a:off x="7636146" y="5425441"/>
            <a:ext cx="2325363" cy="1392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2D4AD8-E115-BEE9-31A3-EE23D1365689}"/>
              </a:ext>
            </a:extLst>
          </p:cNvPr>
          <p:cNvSpPr txBox="1"/>
          <p:nvPr/>
        </p:nvSpPr>
        <p:spPr>
          <a:xfrm>
            <a:off x="4863676" y="5754964"/>
            <a:ext cx="2054263" cy="415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sz="1050" dirty="0" err="1"/>
              <a:t>safe_rl</a:t>
            </a:r>
            <a:r>
              <a:rPr kumimoji="1" lang="en-US" altLang="ko-KR" sz="1050" dirty="0"/>
              <a:t> </a:t>
            </a:r>
            <a:r>
              <a:rPr kumimoji="1" lang="ko-KR" altLang="en-US" sz="1050" dirty="0"/>
              <a:t>아래 해당 </a:t>
            </a:r>
            <a:r>
              <a:rPr kumimoji="1" lang="en-US" altLang="ko-KR" sz="1050" dirty="0"/>
              <a:t>algorithm</a:t>
            </a:r>
            <a:r>
              <a:rPr kumimoji="1" lang="ko-KR" altLang="en-US" sz="1050" dirty="0"/>
              <a:t> </a:t>
            </a:r>
            <a:r>
              <a:rPr kumimoji="1" lang="en-US" altLang="ko-KR" sz="1050" dirty="0"/>
              <a:t>agent</a:t>
            </a:r>
            <a:r>
              <a:rPr kumimoji="1" lang="ko-KR" altLang="en-US" sz="1050" dirty="0" err="1"/>
              <a:t>를</a:t>
            </a:r>
            <a:r>
              <a:rPr kumimoji="1" lang="ko-KR" altLang="en-US" sz="1050" dirty="0"/>
              <a:t> 호출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5ECF880-2550-4E0D-1DA8-B3D4EC584A32}"/>
              </a:ext>
            </a:extLst>
          </p:cNvPr>
          <p:cNvCxnSpPr>
            <a:cxnSpLocks/>
          </p:cNvCxnSpPr>
          <p:nvPr/>
        </p:nvCxnSpPr>
        <p:spPr>
          <a:xfrm flipH="1">
            <a:off x="6917939" y="5527679"/>
            <a:ext cx="639486" cy="2272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3BBA5B4-29B7-F767-8BA1-E1B48769D5A9}"/>
              </a:ext>
            </a:extLst>
          </p:cNvPr>
          <p:cNvSpPr/>
          <p:nvPr/>
        </p:nvSpPr>
        <p:spPr>
          <a:xfrm>
            <a:off x="2682643" y="42394"/>
            <a:ext cx="9374115" cy="5340656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8EA7D24-D892-CE77-7077-F0D45809EFFF}"/>
              </a:ext>
            </a:extLst>
          </p:cNvPr>
          <p:cNvSpPr/>
          <p:nvPr/>
        </p:nvSpPr>
        <p:spPr>
          <a:xfrm>
            <a:off x="2782561" y="5046609"/>
            <a:ext cx="2428308" cy="272504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ysClr val="windowText" lastClr="000000"/>
                </a:solidFill>
              </a:rPr>
              <a:t>Input data parsing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817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D13C7-96A4-EC12-5694-051257E7DC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400" dirty="0"/>
              <a:t>Env description</a:t>
            </a:r>
            <a:endParaRPr kumimoji="1"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778684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env_fn</a:t>
            </a:r>
            <a:r>
              <a:rPr kumimoji="1" lang="en-US" altLang="ko-KR" sz="3200" dirty="0"/>
              <a:t>=lambda: </a:t>
            </a:r>
            <a:r>
              <a:rPr kumimoji="1" lang="en-US" altLang="ko-KR" sz="3200" dirty="0" err="1">
                <a:solidFill>
                  <a:srgbClr val="FF0000"/>
                </a:solidFill>
              </a:rPr>
              <a:t>gym.make</a:t>
            </a:r>
            <a:r>
              <a:rPr kumimoji="1" lang="en-US" altLang="ko-KR" sz="3200" dirty="0">
                <a:solidFill>
                  <a:srgbClr val="FF0000"/>
                </a:solidFill>
              </a:rPr>
              <a:t>(</a:t>
            </a:r>
            <a:r>
              <a:rPr kumimoji="1" lang="en-US" altLang="ko-KR" sz="3200" dirty="0" err="1">
                <a:solidFill>
                  <a:srgbClr val="FF0000"/>
                </a:solidFill>
              </a:rPr>
              <a:t>env_name</a:t>
            </a:r>
            <a:r>
              <a:rPr kumimoji="1" lang="en-US" altLang="ko-KR" sz="3200" dirty="0">
                <a:solidFill>
                  <a:srgbClr val="FF0000"/>
                </a:solidFill>
              </a:rPr>
              <a:t>)</a:t>
            </a:r>
            <a:endParaRPr kumimoji="1" lang="ko-KR" altLang="en-US" sz="3200" dirty="0">
              <a:solidFill>
                <a:srgbClr val="FF0000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22A5E48-EECC-6769-9C38-FE8D0E4CC0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7873"/>
          <a:stretch/>
        </p:blipFill>
        <p:spPr>
          <a:xfrm>
            <a:off x="212425" y="3037331"/>
            <a:ext cx="4655990" cy="151745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56434C8-FAC0-B6CB-2902-323A002EB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9937" y="1394635"/>
            <a:ext cx="2758176" cy="480284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938E155-93CF-4B45-A858-22FC4079EA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482" y="1735567"/>
            <a:ext cx="6015565" cy="3991636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0DBBFAE-1B94-60BD-7C33-1D668F44D7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3040" y="3967651"/>
            <a:ext cx="4198960" cy="335079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2EC2C92-A458-E582-4F2C-C2AF97416B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265287"/>
            <a:ext cx="5715000" cy="1778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1993D288-B10E-9CDC-4397-BCE10547A4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2512" y="2972073"/>
            <a:ext cx="4406900" cy="1397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A46655B-546F-4DF1-E640-A9006F5642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2" y="1443087"/>
            <a:ext cx="3326566" cy="1064501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1ADEB590-A254-0B11-8DF2-75F93E43425F}"/>
              </a:ext>
            </a:extLst>
          </p:cNvPr>
          <p:cNvSpPr/>
          <p:nvPr/>
        </p:nvSpPr>
        <p:spPr>
          <a:xfrm>
            <a:off x="1284648" y="2350513"/>
            <a:ext cx="718056" cy="1570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91B582-04A4-25FC-BBEC-CF1693BA9714}"/>
              </a:ext>
            </a:extLst>
          </p:cNvPr>
          <p:cNvSpPr txBox="1"/>
          <p:nvPr/>
        </p:nvSpPr>
        <p:spPr>
          <a:xfrm>
            <a:off x="1216667" y="1442200"/>
            <a:ext cx="1436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Run_agent</a:t>
            </a:r>
            <a:endParaRPr kumimoji="1" lang="ko-KR" altLang="en-US" dirty="0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62716AA2-2AEC-E550-5F06-5B16BBEBCA7F}"/>
              </a:ext>
            </a:extLst>
          </p:cNvPr>
          <p:cNvCxnSpPr>
            <a:endCxn id="27" idx="1"/>
          </p:cNvCxnSpPr>
          <p:nvPr/>
        </p:nvCxnSpPr>
        <p:spPr>
          <a:xfrm flipV="1">
            <a:off x="7000307" y="3041923"/>
            <a:ext cx="392205" cy="69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93084651-121C-D241-98DA-0E2B804AE360}"/>
              </a:ext>
            </a:extLst>
          </p:cNvPr>
          <p:cNvCxnSpPr>
            <a:cxnSpLocks/>
          </p:cNvCxnSpPr>
          <p:nvPr/>
        </p:nvCxnSpPr>
        <p:spPr>
          <a:xfrm flipH="1" flipV="1">
            <a:off x="692163" y="1595355"/>
            <a:ext cx="458407" cy="1516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014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env_fn</a:t>
            </a:r>
            <a:r>
              <a:rPr kumimoji="1" lang="en-US" altLang="ko-KR" sz="3200" dirty="0"/>
              <a:t>=lambda: </a:t>
            </a:r>
            <a:r>
              <a:rPr kumimoji="1" lang="en-US" altLang="ko-KR" sz="3200" dirty="0" err="1">
                <a:solidFill>
                  <a:srgbClr val="FF0000"/>
                </a:solidFill>
              </a:rPr>
              <a:t>gym.make</a:t>
            </a:r>
            <a:r>
              <a:rPr kumimoji="1" lang="en-US" altLang="ko-KR" sz="3200" dirty="0">
                <a:solidFill>
                  <a:srgbClr val="FF0000"/>
                </a:solidFill>
              </a:rPr>
              <a:t>(</a:t>
            </a:r>
            <a:r>
              <a:rPr kumimoji="1" lang="en-US" altLang="ko-KR" sz="3200" dirty="0" err="1">
                <a:solidFill>
                  <a:srgbClr val="FF0000"/>
                </a:solidFill>
              </a:rPr>
              <a:t>env_name</a:t>
            </a:r>
            <a:r>
              <a:rPr kumimoji="1" lang="en-US" altLang="ko-KR" sz="3200" dirty="0">
                <a:solidFill>
                  <a:srgbClr val="FF0000"/>
                </a:solidFill>
              </a:rPr>
              <a:t>)</a:t>
            </a:r>
            <a:endParaRPr kumimoji="1" lang="ko-KR" altLang="en-US" sz="3200" dirty="0">
              <a:solidFill>
                <a:srgbClr val="FF0000"/>
              </a:solidFill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B938E155-93CF-4B45-A858-22FC4079E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29" y="1746786"/>
            <a:ext cx="6015565" cy="399163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97CC8E0-8868-BF3B-751F-4E956F517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620" y="1119578"/>
            <a:ext cx="8737325" cy="298819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453C3EC-194A-7734-B4D7-6C00AD756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503" y="1171954"/>
            <a:ext cx="4406900" cy="1397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21D8BD6-EA79-B0F1-0596-DD926A55745B}"/>
              </a:ext>
            </a:extLst>
          </p:cNvPr>
          <p:cNvSpPr/>
          <p:nvPr/>
        </p:nvSpPr>
        <p:spPr>
          <a:xfrm>
            <a:off x="3893212" y="2754420"/>
            <a:ext cx="1396844" cy="2356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3EC6938-6614-0BD2-9BDC-FBEF5E8B0292}"/>
              </a:ext>
            </a:extLst>
          </p:cNvPr>
          <p:cNvCxnSpPr/>
          <p:nvPr/>
        </p:nvCxnSpPr>
        <p:spPr>
          <a:xfrm flipV="1">
            <a:off x="3971750" y="365125"/>
            <a:ext cx="1514650" cy="754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050591D-378A-9221-BCF2-9FEB32FCF501}"/>
              </a:ext>
            </a:extLst>
          </p:cNvPr>
          <p:cNvSpPr txBox="1"/>
          <p:nvPr/>
        </p:nvSpPr>
        <p:spPr>
          <a:xfrm>
            <a:off x="5486400" y="202062"/>
            <a:ext cx="204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Class: </a:t>
            </a:r>
            <a:r>
              <a:rPr kumimoji="1" lang="en-US" altLang="ko-KR" dirty="0" err="1"/>
              <a:t>EnvRegistry</a:t>
            </a:r>
            <a:endParaRPr kumimoji="1"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B1417FC-E66E-1078-CFCC-5052389A95C7}"/>
              </a:ext>
            </a:extLst>
          </p:cNvPr>
          <p:cNvSpPr/>
          <p:nvPr/>
        </p:nvSpPr>
        <p:spPr>
          <a:xfrm>
            <a:off x="639519" y="3742604"/>
            <a:ext cx="1150012" cy="122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02980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B938E155-93CF-4B45-A858-22FC4079E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29" y="1746786"/>
            <a:ext cx="6015565" cy="399163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A36EA77-B351-5E7F-7A9F-55CF56FED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571" y="1991485"/>
            <a:ext cx="7772400" cy="334615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env_fn</a:t>
            </a:r>
            <a:r>
              <a:rPr kumimoji="1" lang="en-US" altLang="ko-KR" sz="3200" dirty="0"/>
              <a:t>=lambda: </a:t>
            </a:r>
            <a:r>
              <a:rPr kumimoji="1" lang="en-US" altLang="ko-KR" sz="3200" dirty="0" err="1">
                <a:solidFill>
                  <a:srgbClr val="FF0000"/>
                </a:solidFill>
              </a:rPr>
              <a:t>gym.make</a:t>
            </a:r>
            <a:r>
              <a:rPr kumimoji="1" lang="en-US" altLang="ko-KR" sz="3200" dirty="0">
                <a:solidFill>
                  <a:srgbClr val="FF0000"/>
                </a:solidFill>
              </a:rPr>
              <a:t>(</a:t>
            </a:r>
            <a:r>
              <a:rPr kumimoji="1" lang="en-US" altLang="ko-KR" sz="3200" dirty="0" err="1">
                <a:solidFill>
                  <a:srgbClr val="FF0000"/>
                </a:solidFill>
              </a:rPr>
              <a:t>env_name</a:t>
            </a:r>
            <a:r>
              <a:rPr kumimoji="1" lang="en-US" altLang="ko-KR" sz="3200" dirty="0">
                <a:solidFill>
                  <a:srgbClr val="FF0000"/>
                </a:solidFill>
              </a:rPr>
              <a:t>)</a:t>
            </a:r>
            <a:endParaRPr kumimoji="1" lang="ko-KR" altLang="en-US" sz="3200" dirty="0">
              <a:solidFill>
                <a:srgbClr val="FF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B1417FC-E66E-1078-CFCC-5052389A95C7}"/>
              </a:ext>
            </a:extLst>
          </p:cNvPr>
          <p:cNvSpPr/>
          <p:nvPr/>
        </p:nvSpPr>
        <p:spPr>
          <a:xfrm>
            <a:off x="622689" y="3849191"/>
            <a:ext cx="1250990" cy="1281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9DB6F19-5903-40CC-5362-7A1A3EAF38A9}"/>
              </a:ext>
            </a:extLst>
          </p:cNvPr>
          <p:cNvCxnSpPr/>
          <p:nvPr/>
        </p:nvCxnSpPr>
        <p:spPr>
          <a:xfrm flipV="1">
            <a:off x="4128825" y="1690688"/>
            <a:ext cx="1189281" cy="300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385AD33-9ECE-2B16-20E5-9596C8DE1474}"/>
              </a:ext>
            </a:extLst>
          </p:cNvPr>
          <p:cNvSpPr txBox="1"/>
          <p:nvPr/>
        </p:nvSpPr>
        <p:spPr>
          <a:xfrm>
            <a:off x="5318106" y="1506022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Class: </a:t>
            </a:r>
            <a:r>
              <a:rPr kumimoji="1" lang="en-US" altLang="ko-KR" dirty="0" err="1"/>
              <a:t>EnvSpec</a:t>
            </a:r>
            <a:endParaRPr kumimoji="1" lang="en-US" altLang="ko-KR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B621160-43E9-F49D-528B-AD7E989A4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871" y="3214191"/>
            <a:ext cx="3225800" cy="635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645E4B5-46A9-188C-A99D-C4820CD91A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5038" y="4330321"/>
            <a:ext cx="3327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256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Safety_gym.envs.engine.Engine</a:t>
            </a:r>
            <a:endParaRPr kumimoji="1" lang="ko-KR" altLang="en-US" sz="3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1116D47-59C6-7F05-BAA8-E992B37CF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1104900" cy="5969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C6D2EEC-B19C-05CE-E1C6-E58005AFC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92" y="2819400"/>
            <a:ext cx="1168400" cy="12192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0B7E892-D63B-31DB-ACEF-79313B1A2F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692" y="2787260"/>
            <a:ext cx="4344472" cy="291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178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D13C7-96A4-EC12-5694-051257E7DC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400" dirty="0"/>
              <a:t>Back to algorithm </a:t>
            </a:r>
            <a:endParaRPr kumimoji="1"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721741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Algos.py</a:t>
            </a:r>
            <a:endParaRPr kumimoji="1" lang="ko-KR" altLang="en-US" sz="32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00EE260-1D9B-F851-FA33-032C31E97637}"/>
              </a:ext>
            </a:extLst>
          </p:cNvPr>
          <p:cNvGrpSpPr/>
          <p:nvPr/>
        </p:nvGrpSpPr>
        <p:grpSpPr>
          <a:xfrm>
            <a:off x="218003" y="1435360"/>
            <a:ext cx="2186082" cy="5293685"/>
            <a:chOff x="3233706" y="1199190"/>
            <a:chExt cx="2186082" cy="529368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CBD2D46-8498-19AA-F123-F84923B75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" r="64540"/>
            <a:stretch/>
          </p:blipFill>
          <p:spPr>
            <a:xfrm>
              <a:off x="3233706" y="1199190"/>
              <a:ext cx="2186082" cy="529368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1B2778-1A99-F565-A49B-2241BB63A031}"/>
                </a:ext>
              </a:extLst>
            </p:cNvPr>
            <p:cNvSpPr txBox="1"/>
            <p:nvPr/>
          </p:nvSpPr>
          <p:spPr>
            <a:xfrm>
              <a:off x="4959560" y="494295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A2359C8-95F3-A418-DF5C-E8E37525F681}"/>
                </a:ext>
              </a:extLst>
            </p:cNvPr>
            <p:cNvCxnSpPr/>
            <p:nvPr/>
          </p:nvCxnSpPr>
          <p:spPr>
            <a:xfrm>
              <a:off x="4499332" y="512762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8DC683-47EB-CCD2-A8EC-759C92C2EE7F}"/>
                </a:ext>
              </a:extLst>
            </p:cNvPr>
            <p:cNvSpPr txBox="1"/>
            <p:nvPr/>
          </p:nvSpPr>
          <p:spPr>
            <a:xfrm>
              <a:off x="4729446" y="2624662"/>
              <a:ext cx="32700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2</a:t>
              </a:r>
              <a:endParaRPr kumimoji="1" lang="ko-KR" altLang="en-US" dirty="0"/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BA2055E9-C3A2-6DEC-8D88-42C77CD5ADC1}"/>
                </a:ext>
              </a:extLst>
            </p:cNvPr>
            <p:cNvCxnSpPr/>
            <p:nvPr/>
          </p:nvCxnSpPr>
          <p:spPr>
            <a:xfrm>
              <a:off x="4269218" y="2809328"/>
              <a:ext cx="3936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EE2E95-0DC1-58A3-2576-F7A1434A9AF5}"/>
                </a:ext>
              </a:extLst>
            </p:cNvPr>
            <p:cNvSpPr txBox="1"/>
            <p:nvPr/>
          </p:nvSpPr>
          <p:spPr>
            <a:xfrm>
              <a:off x="4796058" y="2393106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CC2BEF3-2A84-EC2F-43EC-52DE838DE759}"/>
                </a:ext>
              </a:extLst>
            </p:cNvPr>
            <p:cNvCxnSpPr/>
            <p:nvPr/>
          </p:nvCxnSpPr>
          <p:spPr>
            <a:xfrm>
              <a:off x="4335830" y="2577772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649A92-99A3-96C1-820B-68EAA7FC66D6}"/>
                </a:ext>
              </a:extLst>
            </p:cNvPr>
            <p:cNvSpPr txBox="1"/>
            <p:nvPr/>
          </p:nvSpPr>
          <p:spPr>
            <a:xfrm>
              <a:off x="4953504" y="325426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4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C410B27-346D-0FC3-EAD1-874639F4B3CB}"/>
                </a:ext>
              </a:extLst>
            </p:cNvPr>
            <p:cNvCxnSpPr/>
            <p:nvPr/>
          </p:nvCxnSpPr>
          <p:spPr>
            <a:xfrm>
              <a:off x="4493276" y="343893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D06B76F-E49E-D172-2764-A77516507359}"/>
              </a:ext>
            </a:extLst>
          </p:cNvPr>
          <p:cNvGrpSpPr/>
          <p:nvPr/>
        </p:nvGrpSpPr>
        <p:grpSpPr>
          <a:xfrm>
            <a:off x="3536487" y="4146227"/>
            <a:ext cx="4559300" cy="2065801"/>
            <a:chOff x="7147787" y="1212387"/>
            <a:chExt cx="4559300" cy="2065801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9B3EB90-C68F-1970-B9CE-B4F939647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47787" y="1690688"/>
              <a:ext cx="4559300" cy="1587500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33B19915-3168-84CC-2C55-E750AF701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47787" y="1212387"/>
              <a:ext cx="4000500" cy="533400"/>
            </a:xfrm>
            <a:prstGeom prst="rect">
              <a:avLst/>
            </a:prstGeom>
          </p:spPr>
        </p:pic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7894F994-B214-4269-632E-4605CA5FDD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6487" y="1447239"/>
            <a:ext cx="2654300" cy="20193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3D596D2-38F6-5B39-BC29-66F1F7F5FD47}"/>
              </a:ext>
            </a:extLst>
          </p:cNvPr>
          <p:cNvSpPr txBox="1"/>
          <p:nvPr/>
        </p:nvSpPr>
        <p:spPr>
          <a:xfrm>
            <a:off x="6364466" y="2270836"/>
            <a:ext cx="2943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/>
              <a:t>직전 코드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0D005A-D829-0911-D6A5-6D91B7C8B6BE}"/>
              </a:ext>
            </a:extLst>
          </p:cNvPr>
          <p:cNvSpPr txBox="1"/>
          <p:nvPr/>
        </p:nvSpPr>
        <p:spPr>
          <a:xfrm>
            <a:off x="6364466" y="5737754"/>
            <a:ext cx="1925690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solidFill>
                  <a:sysClr val="windowText" lastClr="000000"/>
                </a:solidFill>
              </a:rPr>
              <a:t>CPO Agent </a:t>
            </a:r>
            <a:r>
              <a:rPr kumimoji="1" lang="ko-KR" altLang="en-US" sz="1400" dirty="0">
                <a:solidFill>
                  <a:sysClr val="windowText" lastClr="000000"/>
                </a:solidFill>
              </a:rPr>
              <a:t>객체 생성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1B5654E-62CD-A4DD-61BD-7CEB2DA99FA9}"/>
              </a:ext>
            </a:extLst>
          </p:cNvPr>
          <p:cNvCxnSpPr/>
          <p:nvPr/>
        </p:nvCxnSpPr>
        <p:spPr>
          <a:xfrm>
            <a:off x="5904238" y="5891643"/>
            <a:ext cx="39361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360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Agents.py</a:t>
            </a:r>
            <a:endParaRPr kumimoji="1" lang="ko-KR" altLang="en-US" sz="32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00EE260-1D9B-F851-FA33-032C31E97637}"/>
              </a:ext>
            </a:extLst>
          </p:cNvPr>
          <p:cNvGrpSpPr/>
          <p:nvPr/>
        </p:nvGrpSpPr>
        <p:grpSpPr>
          <a:xfrm>
            <a:off x="218003" y="1435360"/>
            <a:ext cx="2186082" cy="5293685"/>
            <a:chOff x="3233706" y="1199190"/>
            <a:chExt cx="2186082" cy="529368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CBD2D46-8498-19AA-F123-F84923B75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1" r="64540"/>
            <a:stretch/>
          </p:blipFill>
          <p:spPr>
            <a:xfrm>
              <a:off x="3233706" y="1199190"/>
              <a:ext cx="2186082" cy="529368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1B2778-1A99-F565-A49B-2241BB63A031}"/>
                </a:ext>
              </a:extLst>
            </p:cNvPr>
            <p:cNvSpPr txBox="1"/>
            <p:nvPr/>
          </p:nvSpPr>
          <p:spPr>
            <a:xfrm>
              <a:off x="4959560" y="494295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A2359C8-95F3-A418-DF5C-E8E37525F681}"/>
                </a:ext>
              </a:extLst>
            </p:cNvPr>
            <p:cNvCxnSpPr/>
            <p:nvPr/>
          </p:nvCxnSpPr>
          <p:spPr>
            <a:xfrm>
              <a:off x="4499332" y="512762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8DC683-47EB-CCD2-A8EC-759C92C2EE7F}"/>
                </a:ext>
              </a:extLst>
            </p:cNvPr>
            <p:cNvSpPr txBox="1"/>
            <p:nvPr/>
          </p:nvSpPr>
          <p:spPr>
            <a:xfrm>
              <a:off x="4729446" y="2624662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2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BA2055E9-C3A2-6DEC-8D88-42C77CD5ADC1}"/>
                </a:ext>
              </a:extLst>
            </p:cNvPr>
            <p:cNvCxnSpPr/>
            <p:nvPr/>
          </p:nvCxnSpPr>
          <p:spPr>
            <a:xfrm>
              <a:off x="4269218" y="2809328"/>
              <a:ext cx="393616" cy="0"/>
            </a:xfrm>
            <a:prstGeom prst="straightConnector1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EE2E95-0DC1-58A3-2576-F7A1434A9AF5}"/>
                </a:ext>
              </a:extLst>
            </p:cNvPr>
            <p:cNvSpPr txBox="1"/>
            <p:nvPr/>
          </p:nvSpPr>
          <p:spPr>
            <a:xfrm>
              <a:off x="4796058" y="2393106"/>
              <a:ext cx="32700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3</a:t>
              </a:r>
              <a:endParaRPr kumimoji="1" lang="ko-KR" altLang="en-US" dirty="0"/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CC2BEF3-2A84-EC2F-43EC-52DE838DE759}"/>
                </a:ext>
              </a:extLst>
            </p:cNvPr>
            <p:cNvCxnSpPr/>
            <p:nvPr/>
          </p:nvCxnSpPr>
          <p:spPr>
            <a:xfrm>
              <a:off x="4335830" y="2577772"/>
              <a:ext cx="3936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649A92-99A3-96C1-820B-68EAA7FC66D6}"/>
                </a:ext>
              </a:extLst>
            </p:cNvPr>
            <p:cNvSpPr txBox="1"/>
            <p:nvPr/>
          </p:nvSpPr>
          <p:spPr>
            <a:xfrm>
              <a:off x="4953504" y="325426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4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C410B27-346D-0FC3-EAD1-874639F4B3CB}"/>
                </a:ext>
              </a:extLst>
            </p:cNvPr>
            <p:cNvCxnSpPr/>
            <p:nvPr/>
          </p:nvCxnSpPr>
          <p:spPr>
            <a:xfrm>
              <a:off x="4493276" y="343893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C276FB05-CE27-0A18-78AD-349093CBD71D}"/>
              </a:ext>
            </a:extLst>
          </p:cNvPr>
          <p:cNvGrpSpPr/>
          <p:nvPr/>
        </p:nvGrpSpPr>
        <p:grpSpPr>
          <a:xfrm>
            <a:off x="3112593" y="657787"/>
            <a:ext cx="4753669" cy="2065801"/>
            <a:chOff x="3536487" y="4146227"/>
            <a:chExt cx="4753669" cy="2065801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5D06B76F-E49E-D172-2764-A77516507359}"/>
                </a:ext>
              </a:extLst>
            </p:cNvPr>
            <p:cNvGrpSpPr/>
            <p:nvPr/>
          </p:nvGrpSpPr>
          <p:grpSpPr>
            <a:xfrm>
              <a:off x="3536487" y="4146227"/>
              <a:ext cx="4559300" cy="2065801"/>
              <a:chOff x="7147787" y="1212387"/>
              <a:chExt cx="4559300" cy="2065801"/>
            </a:xfrm>
          </p:grpSpPr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89B3EB90-C68F-1970-B9CE-B4F939647C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47787" y="1690688"/>
                <a:ext cx="4559300" cy="1587500"/>
              </a:xfrm>
              <a:prstGeom prst="rect">
                <a:avLst/>
              </a:prstGeom>
            </p:spPr>
          </p:pic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33B19915-3168-84CC-2C55-E750AF7018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47787" y="1212387"/>
                <a:ext cx="4000500" cy="533400"/>
              </a:xfrm>
              <a:prstGeom prst="rect">
                <a:avLst/>
              </a:prstGeom>
            </p:spPr>
          </p:pic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20D005A-D829-0911-D6A5-6D91B7C8B6BE}"/>
                </a:ext>
              </a:extLst>
            </p:cNvPr>
            <p:cNvSpPr txBox="1"/>
            <p:nvPr/>
          </p:nvSpPr>
          <p:spPr>
            <a:xfrm>
              <a:off x="6364466" y="5737754"/>
              <a:ext cx="1925690" cy="3077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sz="1400" dirty="0">
                  <a:solidFill>
                    <a:sysClr val="windowText" lastClr="000000"/>
                  </a:solidFill>
                </a:rPr>
                <a:t>CPO Agent </a:t>
              </a:r>
              <a:r>
                <a:rPr kumimoji="1" lang="ko-KR" altLang="en-US" sz="1400" dirty="0">
                  <a:solidFill>
                    <a:sysClr val="windowText" lastClr="000000"/>
                  </a:solidFill>
                </a:rPr>
                <a:t>객체 생성</a:t>
              </a:r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31B5654E-62CD-A4DD-61BD-7CEB2DA99FA9}"/>
                </a:ext>
              </a:extLst>
            </p:cNvPr>
            <p:cNvCxnSpPr/>
            <p:nvPr/>
          </p:nvCxnSpPr>
          <p:spPr>
            <a:xfrm>
              <a:off x="5904238" y="5891643"/>
              <a:ext cx="39361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9D5FED11-5745-E028-FF32-F2A98B1E6C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6172" y="3668860"/>
            <a:ext cx="35814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148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D13C7-96A4-EC12-5694-051257E7DC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400" dirty="0"/>
              <a:t>How to calculate expectation?</a:t>
            </a:r>
            <a:endParaRPr kumimoji="1"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760674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/>
              <a:t>How to calculate expectation?</a:t>
            </a:r>
            <a:endParaRPr kumimoji="1" lang="ko-KR" altLang="en-US" sz="32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FC6FB10-7CAA-ACFA-B20F-085F05828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356" y="2698243"/>
            <a:ext cx="4953000" cy="23114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1B0C963-CC1B-8560-C628-89B51B652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12" y="1948204"/>
            <a:ext cx="5067300" cy="33655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68403793-76AE-3280-D695-307FEB444045}"/>
              </a:ext>
            </a:extLst>
          </p:cNvPr>
          <p:cNvSpPr/>
          <p:nvPr/>
        </p:nvSpPr>
        <p:spPr>
          <a:xfrm>
            <a:off x="4626501" y="1344350"/>
            <a:ext cx="1469499" cy="1353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70E3863-F4D2-EE72-6FB9-ACC56CEA1860}"/>
              </a:ext>
            </a:extLst>
          </p:cNvPr>
          <p:cNvSpPr/>
          <p:nvPr/>
        </p:nvSpPr>
        <p:spPr>
          <a:xfrm>
            <a:off x="6454444" y="1344349"/>
            <a:ext cx="1469499" cy="1353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741D3DC-57EB-7356-4472-29CBD354651E}"/>
              </a:ext>
            </a:extLst>
          </p:cNvPr>
          <p:cNvSpPr/>
          <p:nvPr/>
        </p:nvSpPr>
        <p:spPr>
          <a:xfrm>
            <a:off x="8267096" y="1344348"/>
            <a:ext cx="1469499" cy="1353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AC72327-EC44-5259-958E-280B49D936AA}"/>
              </a:ext>
            </a:extLst>
          </p:cNvPr>
          <p:cNvSpPr/>
          <p:nvPr/>
        </p:nvSpPr>
        <p:spPr>
          <a:xfrm>
            <a:off x="10095039" y="1344347"/>
            <a:ext cx="1469499" cy="1353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899539-BD09-323F-6E18-38AACD8B44F4}"/>
              </a:ext>
            </a:extLst>
          </p:cNvPr>
          <p:cNvSpPr txBox="1"/>
          <p:nvPr/>
        </p:nvSpPr>
        <p:spPr>
          <a:xfrm>
            <a:off x="5692873" y="102790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cpu1</a:t>
            </a:r>
            <a:endParaRPr kumimoji="1"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EB69DA-C173-F360-F64F-A759C2A9C67B}"/>
              </a:ext>
            </a:extLst>
          </p:cNvPr>
          <p:cNvSpPr txBox="1"/>
          <p:nvPr/>
        </p:nvSpPr>
        <p:spPr>
          <a:xfrm>
            <a:off x="7325582" y="102002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cpu2</a:t>
            </a:r>
            <a:endParaRPr kumimoji="1"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CFD02D-D65E-56DD-541B-27D8F969BA39}"/>
              </a:ext>
            </a:extLst>
          </p:cNvPr>
          <p:cNvSpPr txBox="1"/>
          <p:nvPr/>
        </p:nvSpPr>
        <p:spPr>
          <a:xfrm>
            <a:off x="9150749" y="102002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cpu3</a:t>
            </a:r>
            <a:endParaRPr kumimoji="1"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A9300E-A667-5EE2-FE22-1DE8AF17B6C7}"/>
              </a:ext>
            </a:extLst>
          </p:cNvPr>
          <p:cNvSpPr txBox="1"/>
          <p:nvPr/>
        </p:nvSpPr>
        <p:spPr>
          <a:xfrm>
            <a:off x="11064908" y="102002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cpu4</a:t>
            </a:r>
            <a:endParaRPr kumimoji="1" lang="ko-KR" altLang="en-US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05EB9349-723D-B37E-0569-58AABCCF5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349" y="1511901"/>
            <a:ext cx="1533942" cy="101878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F79D11A-FCDF-B06D-ED59-3438D2793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088" y="1505623"/>
            <a:ext cx="1533942" cy="101878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E37A3089-351B-89BD-143B-B22A65696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874" y="1505622"/>
            <a:ext cx="1533942" cy="1018783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7D9306C7-40EF-B161-83DE-D054E4A9A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660" y="1503006"/>
            <a:ext cx="1533942" cy="1018783"/>
          </a:xfrm>
          <a:prstGeom prst="rect">
            <a:avLst/>
          </a:prstGeom>
        </p:spPr>
      </p:pic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C4737CC-483F-7880-6720-6D6B20EFEEB5}"/>
              </a:ext>
            </a:extLst>
          </p:cNvPr>
          <p:cNvCxnSpPr/>
          <p:nvPr/>
        </p:nvCxnSpPr>
        <p:spPr>
          <a:xfrm>
            <a:off x="6166356" y="1389354"/>
            <a:ext cx="83053" cy="15173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7C23320-C26E-4A5D-0BD6-D6832D4C95E7}"/>
              </a:ext>
            </a:extLst>
          </p:cNvPr>
          <p:cNvCxnSpPr/>
          <p:nvPr/>
        </p:nvCxnSpPr>
        <p:spPr>
          <a:xfrm flipH="1">
            <a:off x="7189059" y="1344347"/>
            <a:ext cx="659036" cy="1737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0473E0B1-C399-66F1-718B-09F2DF22300F}"/>
              </a:ext>
            </a:extLst>
          </p:cNvPr>
          <p:cNvCxnSpPr/>
          <p:nvPr/>
        </p:nvCxnSpPr>
        <p:spPr>
          <a:xfrm flipH="1">
            <a:off x="7375756" y="1344347"/>
            <a:ext cx="1931746" cy="1883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EFB9E684-3973-032B-1384-B89F2D4A8CC3}"/>
              </a:ext>
            </a:extLst>
          </p:cNvPr>
          <p:cNvCxnSpPr>
            <a:stCxn id="27" idx="2"/>
          </p:cNvCxnSpPr>
          <p:nvPr/>
        </p:nvCxnSpPr>
        <p:spPr>
          <a:xfrm flipH="1">
            <a:off x="7278866" y="1389354"/>
            <a:ext cx="4131650" cy="1971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653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Agents.py</a:t>
            </a:r>
            <a:endParaRPr kumimoji="1" lang="ko-KR" altLang="en-US" sz="32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00EE260-1D9B-F851-FA33-032C31E97637}"/>
              </a:ext>
            </a:extLst>
          </p:cNvPr>
          <p:cNvGrpSpPr/>
          <p:nvPr/>
        </p:nvGrpSpPr>
        <p:grpSpPr>
          <a:xfrm>
            <a:off x="218003" y="1435360"/>
            <a:ext cx="2186082" cy="5293685"/>
            <a:chOff x="3233706" y="1199190"/>
            <a:chExt cx="2186082" cy="529368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CBD2D46-8498-19AA-F123-F84923B75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1" r="64540"/>
            <a:stretch/>
          </p:blipFill>
          <p:spPr>
            <a:xfrm>
              <a:off x="3233706" y="1199190"/>
              <a:ext cx="2186082" cy="529368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1B2778-1A99-F565-A49B-2241BB63A031}"/>
                </a:ext>
              </a:extLst>
            </p:cNvPr>
            <p:cNvSpPr txBox="1"/>
            <p:nvPr/>
          </p:nvSpPr>
          <p:spPr>
            <a:xfrm>
              <a:off x="4959560" y="494295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A2359C8-95F3-A418-DF5C-E8E37525F681}"/>
                </a:ext>
              </a:extLst>
            </p:cNvPr>
            <p:cNvCxnSpPr/>
            <p:nvPr/>
          </p:nvCxnSpPr>
          <p:spPr>
            <a:xfrm>
              <a:off x="4499332" y="512762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8DC683-47EB-CCD2-A8EC-759C92C2EE7F}"/>
                </a:ext>
              </a:extLst>
            </p:cNvPr>
            <p:cNvSpPr txBox="1"/>
            <p:nvPr/>
          </p:nvSpPr>
          <p:spPr>
            <a:xfrm>
              <a:off x="4729446" y="2624662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2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BA2055E9-C3A2-6DEC-8D88-42C77CD5ADC1}"/>
                </a:ext>
              </a:extLst>
            </p:cNvPr>
            <p:cNvCxnSpPr/>
            <p:nvPr/>
          </p:nvCxnSpPr>
          <p:spPr>
            <a:xfrm>
              <a:off x="4269218" y="2809328"/>
              <a:ext cx="393616" cy="0"/>
            </a:xfrm>
            <a:prstGeom prst="straightConnector1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EE2E95-0DC1-58A3-2576-F7A1434A9AF5}"/>
                </a:ext>
              </a:extLst>
            </p:cNvPr>
            <p:cNvSpPr txBox="1"/>
            <p:nvPr/>
          </p:nvSpPr>
          <p:spPr>
            <a:xfrm>
              <a:off x="4796058" y="2393106"/>
              <a:ext cx="32700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3</a:t>
              </a:r>
              <a:endParaRPr kumimoji="1" lang="ko-KR" altLang="en-US" dirty="0"/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CC2BEF3-2A84-EC2F-43EC-52DE838DE759}"/>
                </a:ext>
              </a:extLst>
            </p:cNvPr>
            <p:cNvCxnSpPr/>
            <p:nvPr/>
          </p:nvCxnSpPr>
          <p:spPr>
            <a:xfrm>
              <a:off x="4335830" y="2577772"/>
              <a:ext cx="3936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649A92-99A3-96C1-820B-68EAA7FC66D6}"/>
                </a:ext>
              </a:extLst>
            </p:cNvPr>
            <p:cNvSpPr txBox="1"/>
            <p:nvPr/>
          </p:nvSpPr>
          <p:spPr>
            <a:xfrm>
              <a:off x="4953504" y="325426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4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C410B27-346D-0FC3-EAD1-874639F4B3CB}"/>
                </a:ext>
              </a:extLst>
            </p:cNvPr>
            <p:cNvCxnSpPr/>
            <p:nvPr/>
          </p:nvCxnSpPr>
          <p:spPr>
            <a:xfrm>
              <a:off x="4493276" y="343893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BD3039F6-AD29-69AC-3374-050385090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7749" y="1301812"/>
            <a:ext cx="4582235" cy="519106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6EB0F2E-B4CD-070E-E5DD-4BAA4A57E0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648" y="2870273"/>
            <a:ext cx="4447436" cy="160966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ACF24E6-AFDF-14C6-8CAD-FCAC704AE8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0211" y="296056"/>
            <a:ext cx="3055308" cy="227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94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Agents.py</a:t>
            </a:r>
            <a:endParaRPr kumimoji="1" lang="ko-KR" altLang="en-US" sz="32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00EE260-1D9B-F851-FA33-032C31E97637}"/>
              </a:ext>
            </a:extLst>
          </p:cNvPr>
          <p:cNvGrpSpPr/>
          <p:nvPr/>
        </p:nvGrpSpPr>
        <p:grpSpPr>
          <a:xfrm>
            <a:off x="218003" y="1435360"/>
            <a:ext cx="2186082" cy="5293685"/>
            <a:chOff x="3233706" y="1199190"/>
            <a:chExt cx="2186082" cy="529368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CBD2D46-8498-19AA-F123-F84923B75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1" r="64540"/>
            <a:stretch/>
          </p:blipFill>
          <p:spPr>
            <a:xfrm>
              <a:off x="3233706" y="1199190"/>
              <a:ext cx="2186082" cy="529368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1B2778-1A99-F565-A49B-2241BB63A031}"/>
                </a:ext>
              </a:extLst>
            </p:cNvPr>
            <p:cNvSpPr txBox="1"/>
            <p:nvPr/>
          </p:nvSpPr>
          <p:spPr>
            <a:xfrm>
              <a:off x="4959560" y="494295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A2359C8-95F3-A418-DF5C-E8E37525F681}"/>
                </a:ext>
              </a:extLst>
            </p:cNvPr>
            <p:cNvCxnSpPr/>
            <p:nvPr/>
          </p:nvCxnSpPr>
          <p:spPr>
            <a:xfrm>
              <a:off x="4499332" y="512762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8DC683-47EB-CCD2-A8EC-759C92C2EE7F}"/>
                </a:ext>
              </a:extLst>
            </p:cNvPr>
            <p:cNvSpPr txBox="1"/>
            <p:nvPr/>
          </p:nvSpPr>
          <p:spPr>
            <a:xfrm>
              <a:off x="4729446" y="2624662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2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BA2055E9-C3A2-6DEC-8D88-42C77CD5ADC1}"/>
                </a:ext>
              </a:extLst>
            </p:cNvPr>
            <p:cNvCxnSpPr/>
            <p:nvPr/>
          </p:nvCxnSpPr>
          <p:spPr>
            <a:xfrm>
              <a:off x="4269218" y="2809328"/>
              <a:ext cx="393616" cy="0"/>
            </a:xfrm>
            <a:prstGeom prst="straightConnector1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EE2E95-0DC1-58A3-2576-F7A1434A9AF5}"/>
                </a:ext>
              </a:extLst>
            </p:cNvPr>
            <p:cNvSpPr txBox="1"/>
            <p:nvPr/>
          </p:nvSpPr>
          <p:spPr>
            <a:xfrm>
              <a:off x="4796058" y="2393106"/>
              <a:ext cx="32700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3</a:t>
              </a:r>
              <a:endParaRPr kumimoji="1" lang="ko-KR" altLang="en-US" dirty="0"/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CC2BEF3-2A84-EC2F-43EC-52DE838DE759}"/>
                </a:ext>
              </a:extLst>
            </p:cNvPr>
            <p:cNvCxnSpPr/>
            <p:nvPr/>
          </p:nvCxnSpPr>
          <p:spPr>
            <a:xfrm>
              <a:off x="4335830" y="2577772"/>
              <a:ext cx="3936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649A92-99A3-96C1-820B-68EAA7FC66D6}"/>
                </a:ext>
              </a:extLst>
            </p:cNvPr>
            <p:cNvSpPr txBox="1"/>
            <p:nvPr/>
          </p:nvSpPr>
          <p:spPr>
            <a:xfrm>
              <a:off x="4953504" y="325426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4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C410B27-346D-0FC3-EAD1-874639F4B3CB}"/>
                </a:ext>
              </a:extLst>
            </p:cNvPr>
            <p:cNvCxnSpPr/>
            <p:nvPr/>
          </p:nvCxnSpPr>
          <p:spPr>
            <a:xfrm>
              <a:off x="4493276" y="343893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6730431A-13D3-3C74-46E9-243F36169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3118" y="1848501"/>
            <a:ext cx="5013872" cy="402253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09E6599-5A0F-3F98-B0E4-A08DFCA396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990" y="1619049"/>
            <a:ext cx="4671241" cy="448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22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Agents.py</a:t>
            </a:r>
            <a:endParaRPr kumimoji="1" lang="ko-KR" altLang="en-US" sz="32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00EE260-1D9B-F851-FA33-032C31E97637}"/>
              </a:ext>
            </a:extLst>
          </p:cNvPr>
          <p:cNvGrpSpPr/>
          <p:nvPr/>
        </p:nvGrpSpPr>
        <p:grpSpPr>
          <a:xfrm>
            <a:off x="218003" y="1435360"/>
            <a:ext cx="2186082" cy="5293685"/>
            <a:chOff x="3233706" y="1199190"/>
            <a:chExt cx="2186082" cy="529368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CBD2D46-8498-19AA-F123-F84923B75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1" r="64540"/>
            <a:stretch/>
          </p:blipFill>
          <p:spPr>
            <a:xfrm>
              <a:off x="3233706" y="1199190"/>
              <a:ext cx="2186082" cy="529368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1B2778-1A99-F565-A49B-2241BB63A031}"/>
                </a:ext>
              </a:extLst>
            </p:cNvPr>
            <p:cNvSpPr txBox="1"/>
            <p:nvPr/>
          </p:nvSpPr>
          <p:spPr>
            <a:xfrm>
              <a:off x="4959560" y="494295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A2359C8-95F3-A418-DF5C-E8E37525F681}"/>
                </a:ext>
              </a:extLst>
            </p:cNvPr>
            <p:cNvCxnSpPr/>
            <p:nvPr/>
          </p:nvCxnSpPr>
          <p:spPr>
            <a:xfrm>
              <a:off x="4499332" y="512762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8DC683-47EB-CCD2-A8EC-759C92C2EE7F}"/>
                </a:ext>
              </a:extLst>
            </p:cNvPr>
            <p:cNvSpPr txBox="1"/>
            <p:nvPr/>
          </p:nvSpPr>
          <p:spPr>
            <a:xfrm>
              <a:off x="4729446" y="2624662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2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BA2055E9-C3A2-6DEC-8D88-42C77CD5ADC1}"/>
                </a:ext>
              </a:extLst>
            </p:cNvPr>
            <p:cNvCxnSpPr/>
            <p:nvPr/>
          </p:nvCxnSpPr>
          <p:spPr>
            <a:xfrm>
              <a:off x="4269218" y="2809328"/>
              <a:ext cx="393616" cy="0"/>
            </a:xfrm>
            <a:prstGeom prst="straightConnector1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EE2E95-0DC1-58A3-2576-F7A1434A9AF5}"/>
                </a:ext>
              </a:extLst>
            </p:cNvPr>
            <p:cNvSpPr txBox="1"/>
            <p:nvPr/>
          </p:nvSpPr>
          <p:spPr>
            <a:xfrm>
              <a:off x="4796058" y="2393106"/>
              <a:ext cx="32700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3</a:t>
              </a:r>
              <a:endParaRPr kumimoji="1" lang="ko-KR" altLang="en-US" dirty="0"/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CC2BEF3-2A84-EC2F-43EC-52DE838DE759}"/>
                </a:ext>
              </a:extLst>
            </p:cNvPr>
            <p:cNvCxnSpPr/>
            <p:nvPr/>
          </p:nvCxnSpPr>
          <p:spPr>
            <a:xfrm>
              <a:off x="4335830" y="2577772"/>
              <a:ext cx="3936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649A92-99A3-96C1-820B-68EAA7FC66D6}"/>
                </a:ext>
              </a:extLst>
            </p:cNvPr>
            <p:cNvSpPr txBox="1"/>
            <p:nvPr/>
          </p:nvSpPr>
          <p:spPr>
            <a:xfrm>
              <a:off x="4953504" y="325426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4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C410B27-346D-0FC3-EAD1-874639F4B3CB}"/>
                </a:ext>
              </a:extLst>
            </p:cNvPr>
            <p:cNvCxnSpPr/>
            <p:nvPr/>
          </p:nvCxnSpPr>
          <p:spPr>
            <a:xfrm>
              <a:off x="4493276" y="343893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9CA9C279-67F7-63C3-2362-C5EEEFBBD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971" y="1762189"/>
            <a:ext cx="5405359" cy="439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693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47B482D-F31C-D39E-375C-38AA5474D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89" y="928218"/>
            <a:ext cx="3580228" cy="511227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C667E7C-6DEF-E7D7-594E-14041CEC3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035" y="884080"/>
            <a:ext cx="5422900" cy="8509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2FA8127-6273-DC95-4CA4-041B50A606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3332" y="2196876"/>
            <a:ext cx="7171169" cy="20919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39FBFEE-CEB9-D799-5441-061597D8F4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008642"/>
            <a:ext cx="12062813" cy="62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025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5883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Run.agent.py</a:t>
            </a:r>
            <a:endParaRPr kumimoji="1" lang="ko-KR" altLang="en-US" sz="32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00EE260-1D9B-F851-FA33-032C31E97637}"/>
              </a:ext>
            </a:extLst>
          </p:cNvPr>
          <p:cNvGrpSpPr/>
          <p:nvPr/>
        </p:nvGrpSpPr>
        <p:grpSpPr>
          <a:xfrm>
            <a:off x="218003" y="1435360"/>
            <a:ext cx="2186082" cy="5293685"/>
            <a:chOff x="3233706" y="1199190"/>
            <a:chExt cx="2186082" cy="529368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CBD2D46-8498-19AA-F123-F84923B75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1" r="64540"/>
            <a:stretch/>
          </p:blipFill>
          <p:spPr>
            <a:xfrm>
              <a:off x="3233706" y="1199190"/>
              <a:ext cx="2186082" cy="529368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1B2778-1A99-F565-A49B-2241BB63A031}"/>
                </a:ext>
              </a:extLst>
            </p:cNvPr>
            <p:cNvSpPr txBox="1"/>
            <p:nvPr/>
          </p:nvSpPr>
          <p:spPr>
            <a:xfrm>
              <a:off x="4959560" y="494295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A2359C8-95F3-A418-DF5C-E8E37525F681}"/>
                </a:ext>
              </a:extLst>
            </p:cNvPr>
            <p:cNvCxnSpPr/>
            <p:nvPr/>
          </p:nvCxnSpPr>
          <p:spPr>
            <a:xfrm>
              <a:off x="4499332" y="512762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8DC683-47EB-CCD2-A8EC-759C92C2EE7F}"/>
                </a:ext>
              </a:extLst>
            </p:cNvPr>
            <p:cNvSpPr txBox="1"/>
            <p:nvPr/>
          </p:nvSpPr>
          <p:spPr>
            <a:xfrm>
              <a:off x="4729446" y="2624662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2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BA2055E9-C3A2-6DEC-8D88-42C77CD5ADC1}"/>
                </a:ext>
              </a:extLst>
            </p:cNvPr>
            <p:cNvCxnSpPr/>
            <p:nvPr/>
          </p:nvCxnSpPr>
          <p:spPr>
            <a:xfrm>
              <a:off x="4269218" y="2809328"/>
              <a:ext cx="393616" cy="0"/>
            </a:xfrm>
            <a:prstGeom prst="straightConnector1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EE2E95-0DC1-58A3-2576-F7A1434A9AF5}"/>
                </a:ext>
              </a:extLst>
            </p:cNvPr>
            <p:cNvSpPr txBox="1"/>
            <p:nvPr/>
          </p:nvSpPr>
          <p:spPr>
            <a:xfrm>
              <a:off x="4796058" y="2393106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CC2BEF3-2A84-EC2F-43EC-52DE838DE759}"/>
                </a:ext>
              </a:extLst>
            </p:cNvPr>
            <p:cNvCxnSpPr/>
            <p:nvPr/>
          </p:nvCxnSpPr>
          <p:spPr>
            <a:xfrm>
              <a:off x="4335830" y="2577772"/>
              <a:ext cx="393616" cy="0"/>
            </a:xfrm>
            <a:prstGeom prst="straightConnector1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649A92-99A3-96C1-820B-68EAA7FC66D6}"/>
                </a:ext>
              </a:extLst>
            </p:cNvPr>
            <p:cNvSpPr txBox="1"/>
            <p:nvPr/>
          </p:nvSpPr>
          <p:spPr>
            <a:xfrm>
              <a:off x="4953504" y="3254268"/>
              <a:ext cx="32700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4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C410B27-346D-0FC3-EAD1-874639F4B3CB}"/>
                </a:ext>
              </a:extLst>
            </p:cNvPr>
            <p:cNvCxnSpPr/>
            <p:nvPr/>
          </p:nvCxnSpPr>
          <p:spPr>
            <a:xfrm>
              <a:off x="4493276" y="3438934"/>
              <a:ext cx="3936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DB091A2F-A2A4-14E6-5FA8-59C4FAD06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495" y="1628102"/>
            <a:ext cx="3474838" cy="486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776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Run.agent.py</a:t>
            </a:r>
            <a:endParaRPr kumimoji="1" lang="ko-KR" altLang="en-US" sz="32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00EE260-1D9B-F851-FA33-032C31E97637}"/>
              </a:ext>
            </a:extLst>
          </p:cNvPr>
          <p:cNvGrpSpPr/>
          <p:nvPr/>
        </p:nvGrpSpPr>
        <p:grpSpPr>
          <a:xfrm>
            <a:off x="218003" y="1435360"/>
            <a:ext cx="2186082" cy="5293685"/>
            <a:chOff x="3233706" y="1199190"/>
            <a:chExt cx="2186082" cy="529368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CBD2D46-8498-19AA-F123-F84923B75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1" r="64540"/>
            <a:stretch/>
          </p:blipFill>
          <p:spPr>
            <a:xfrm>
              <a:off x="3233706" y="1199190"/>
              <a:ext cx="2186082" cy="529368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1B2778-1A99-F565-A49B-2241BB63A031}"/>
                </a:ext>
              </a:extLst>
            </p:cNvPr>
            <p:cNvSpPr txBox="1"/>
            <p:nvPr/>
          </p:nvSpPr>
          <p:spPr>
            <a:xfrm>
              <a:off x="4959560" y="494295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A2359C8-95F3-A418-DF5C-E8E37525F681}"/>
                </a:ext>
              </a:extLst>
            </p:cNvPr>
            <p:cNvCxnSpPr/>
            <p:nvPr/>
          </p:nvCxnSpPr>
          <p:spPr>
            <a:xfrm>
              <a:off x="4499332" y="512762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8DC683-47EB-CCD2-A8EC-759C92C2EE7F}"/>
                </a:ext>
              </a:extLst>
            </p:cNvPr>
            <p:cNvSpPr txBox="1"/>
            <p:nvPr/>
          </p:nvSpPr>
          <p:spPr>
            <a:xfrm>
              <a:off x="4729446" y="2624662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2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BA2055E9-C3A2-6DEC-8D88-42C77CD5ADC1}"/>
                </a:ext>
              </a:extLst>
            </p:cNvPr>
            <p:cNvCxnSpPr/>
            <p:nvPr/>
          </p:nvCxnSpPr>
          <p:spPr>
            <a:xfrm>
              <a:off x="4269218" y="2809328"/>
              <a:ext cx="393616" cy="0"/>
            </a:xfrm>
            <a:prstGeom prst="straightConnector1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EE2E95-0DC1-58A3-2576-F7A1434A9AF5}"/>
                </a:ext>
              </a:extLst>
            </p:cNvPr>
            <p:cNvSpPr txBox="1"/>
            <p:nvPr/>
          </p:nvSpPr>
          <p:spPr>
            <a:xfrm>
              <a:off x="4796058" y="2393106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CC2BEF3-2A84-EC2F-43EC-52DE838DE759}"/>
                </a:ext>
              </a:extLst>
            </p:cNvPr>
            <p:cNvCxnSpPr/>
            <p:nvPr/>
          </p:nvCxnSpPr>
          <p:spPr>
            <a:xfrm>
              <a:off x="4335830" y="2577772"/>
              <a:ext cx="393616" cy="0"/>
            </a:xfrm>
            <a:prstGeom prst="straightConnector1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649A92-99A3-96C1-820B-68EAA7FC66D6}"/>
                </a:ext>
              </a:extLst>
            </p:cNvPr>
            <p:cNvSpPr txBox="1"/>
            <p:nvPr/>
          </p:nvSpPr>
          <p:spPr>
            <a:xfrm>
              <a:off x="4953504" y="3254268"/>
              <a:ext cx="32700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4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C410B27-346D-0FC3-EAD1-874639F4B3CB}"/>
                </a:ext>
              </a:extLst>
            </p:cNvPr>
            <p:cNvCxnSpPr/>
            <p:nvPr/>
          </p:nvCxnSpPr>
          <p:spPr>
            <a:xfrm>
              <a:off x="4493276" y="3438934"/>
              <a:ext cx="3936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FBDF055D-217C-014D-5D6B-A6E42A746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085" y="2470848"/>
            <a:ext cx="4236844" cy="20391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944BB76-9754-03BA-6777-E97D351D1C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6628" y="0"/>
            <a:ext cx="57253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677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6897D-D39F-2AAE-BBB9-77BCB07B6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6E62B-6D0D-1901-028E-CA7A6AA1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Run.agent.py</a:t>
            </a:r>
            <a:endParaRPr kumimoji="1" lang="ko-KR" altLang="en-US" sz="3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040BE5A-E1F6-13DB-B457-163512E9D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86" y="1270318"/>
            <a:ext cx="4664852" cy="558768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DD68AAC-D7E8-344C-5DE7-E73E611C9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234" y="779625"/>
            <a:ext cx="5284815" cy="2272412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31F003F-ECB1-F99D-92EB-AE3D1072A17A}"/>
              </a:ext>
            </a:extLst>
          </p:cNvPr>
          <p:cNvCxnSpPr/>
          <p:nvPr/>
        </p:nvCxnSpPr>
        <p:spPr>
          <a:xfrm>
            <a:off x="3100482" y="1998358"/>
            <a:ext cx="4311608" cy="8538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E2A45A24-755A-8684-ED75-384F1FC9BB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2165" y="3052037"/>
            <a:ext cx="3350514" cy="380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003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AE56D-D8C8-D1E2-AFA2-F221D9C26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D78091-7ED9-DD48-52AE-444A5061F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Run.agent.py</a:t>
            </a:r>
            <a:endParaRPr kumimoji="1" lang="ko-KR" altLang="en-US" sz="3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838C025-A5EA-CB57-3538-7E81EC1CD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86" y="1270318"/>
            <a:ext cx="4664852" cy="558768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1C8A4A1-00DE-6436-3BFB-4EFADD5BC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259" y="70465"/>
            <a:ext cx="5792420" cy="3556032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4D985FB-EEAA-A17D-4D1E-9596F77D7350}"/>
              </a:ext>
            </a:extLst>
          </p:cNvPr>
          <p:cNvCxnSpPr>
            <a:cxnSpLocks/>
          </p:cNvCxnSpPr>
          <p:nvPr/>
        </p:nvCxnSpPr>
        <p:spPr>
          <a:xfrm flipV="1">
            <a:off x="1659242" y="708509"/>
            <a:ext cx="4214718" cy="2973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DBCB59D1-CD7B-D87A-C66C-313DF486C0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22" y="4109780"/>
            <a:ext cx="5967046" cy="263013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5728299-F49E-209D-D4FA-F99E69154D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921157"/>
            <a:ext cx="5902990" cy="2571718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34ACF70A-39FB-805F-240A-ECFDA001E085}"/>
              </a:ext>
            </a:extLst>
          </p:cNvPr>
          <p:cNvSpPr/>
          <p:nvPr/>
        </p:nvSpPr>
        <p:spPr>
          <a:xfrm>
            <a:off x="3987561" y="168370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948A78A-A524-4E63-4448-E0FCFD69C548}"/>
              </a:ext>
            </a:extLst>
          </p:cNvPr>
          <p:cNvSpPr/>
          <p:nvPr/>
        </p:nvSpPr>
        <p:spPr>
          <a:xfrm>
            <a:off x="3987561" y="329340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6C98FA7-9580-0648-4752-6C20436DE957}"/>
              </a:ext>
            </a:extLst>
          </p:cNvPr>
          <p:cNvSpPr/>
          <p:nvPr/>
        </p:nvSpPr>
        <p:spPr>
          <a:xfrm>
            <a:off x="3987561" y="697213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8804E8E-5B47-E745-55E4-97D78BB88983}"/>
              </a:ext>
            </a:extLst>
          </p:cNvPr>
          <p:cNvSpPr/>
          <p:nvPr/>
        </p:nvSpPr>
        <p:spPr>
          <a:xfrm>
            <a:off x="3987561" y="858183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E41771-3A34-99B6-C854-189CF1B1CD4A}"/>
              </a:ext>
            </a:extLst>
          </p:cNvPr>
          <p:cNvSpPr txBox="1"/>
          <p:nvPr/>
        </p:nvSpPr>
        <p:spPr>
          <a:xfrm>
            <a:off x="3881865" y="327881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036AF40-B64B-B55C-B8BE-014B7E1CBB2E}"/>
              </a:ext>
            </a:extLst>
          </p:cNvPr>
          <p:cNvSpPr/>
          <p:nvPr/>
        </p:nvSpPr>
        <p:spPr>
          <a:xfrm>
            <a:off x="4533781" y="163188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784C0C0-042B-79D6-F127-E862017D3922}"/>
              </a:ext>
            </a:extLst>
          </p:cNvPr>
          <p:cNvSpPr/>
          <p:nvPr/>
        </p:nvSpPr>
        <p:spPr>
          <a:xfrm>
            <a:off x="4533781" y="324158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A44DC47-7AE7-EC75-9526-7E8AB71ED376}"/>
              </a:ext>
            </a:extLst>
          </p:cNvPr>
          <p:cNvSpPr/>
          <p:nvPr/>
        </p:nvSpPr>
        <p:spPr>
          <a:xfrm>
            <a:off x="4533781" y="692031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03CD187-2C3E-A70C-20C5-488311E9EFDC}"/>
              </a:ext>
            </a:extLst>
          </p:cNvPr>
          <p:cNvSpPr/>
          <p:nvPr/>
        </p:nvSpPr>
        <p:spPr>
          <a:xfrm>
            <a:off x="4533781" y="853001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1DC473-0197-1307-52A4-DA13AC32001E}"/>
              </a:ext>
            </a:extLst>
          </p:cNvPr>
          <p:cNvSpPr txBox="1"/>
          <p:nvPr/>
        </p:nvSpPr>
        <p:spPr>
          <a:xfrm>
            <a:off x="4428085" y="322699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A09DCF01-92A7-892A-FAB4-A6630C4F7EC8}"/>
              </a:ext>
            </a:extLst>
          </p:cNvPr>
          <p:cNvSpPr/>
          <p:nvPr/>
        </p:nvSpPr>
        <p:spPr>
          <a:xfrm>
            <a:off x="4974305" y="449072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A0DCAD4-CD0F-E42A-468B-053A1C2774D2}"/>
              </a:ext>
            </a:extLst>
          </p:cNvPr>
          <p:cNvSpPr/>
          <p:nvPr/>
        </p:nvSpPr>
        <p:spPr>
          <a:xfrm>
            <a:off x="4974305" y="610042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928CFF-8D88-B807-65FD-01505905ED32}"/>
              </a:ext>
            </a:extLst>
          </p:cNvPr>
          <p:cNvSpPr txBox="1"/>
          <p:nvPr/>
        </p:nvSpPr>
        <p:spPr>
          <a:xfrm>
            <a:off x="3678758" y="992400"/>
            <a:ext cx="12955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dirty="0"/>
              <a:t>Two hidden layer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EC8A36-536A-9D45-03FF-2E06694467F9}"/>
              </a:ext>
            </a:extLst>
          </p:cNvPr>
          <p:cNvSpPr txBox="1"/>
          <p:nvPr/>
        </p:nvSpPr>
        <p:spPr>
          <a:xfrm>
            <a:off x="4785602" y="708509"/>
            <a:ext cx="1909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100" dirty="0"/>
              <a:t>action(translation, rotation)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2714DE2-4CFD-BEE2-70FF-DFE321B0C862}"/>
              </a:ext>
            </a:extLst>
          </p:cNvPr>
          <p:cNvSpPr/>
          <p:nvPr/>
        </p:nvSpPr>
        <p:spPr>
          <a:xfrm>
            <a:off x="3556760" y="339424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C1734C5-0B18-5334-9DE7-0F9A9264B0D8}"/>
              </a:ext>
            </a:extLst>
          </p:cNvPr>
          <p:cNvSpPr/>
          <p:nvPr/>
        </p:nvSpPr>
        <p:spPr>
          <a:xfrm>
            <a:off x="3556760" y="707297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C58FD4-F538-B4F5-CFA3-17DAD2BF83B2}"/>
              </a:ext>
            </a:extLst>
          </p:cNvPr>
          <p:cNvSpPr txBox="1"/>
          <p:nvPr/>
        </p:nvSpPr>
        <p:spPr>
          <a:xfrm>
            <a:off x="3424321" y="310745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51FCA3-7415-75C3-9A7E-442B19E56EB9}"/>
              </a:ext>
            </a:extLst>
          </p:cNvPr>
          <p:cNvSpPr txBox="1"/>
          <p:nvPr/>
        </p:nvSpPr>
        <p:spPr>
          <a:xfrm>
            <a:off x="3072473" y="773826"/>
            <a:ext cx="9332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dirty="0"/>
              <a:t>observation</a:t>
            </a:r>
            <a:endParaRPr kumimoji="1" lang="ko-KR" altLang="en-US" sz="1100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34EAAA33-2E7A-3663-52A2-122F3C1C0DFE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838200" y="1035436"/>
            <a:ext cx="2700908" cy="1322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2D45B93-8261-FE94-F801-9CC14DAEF45B}"/>
              </a:ext>
            </a:extLst>
          </p:cNvPr>
          <p:cNvCxnSpPr>
            <a:endCxn id="21" idx="1"/>
          </p:cNvCxnSpPr>
          <p:nvPr/>
        </p:nvCxnSpPr>
        <p:spPr>
          <a:xfrm flipV="1">
            <a:off x="1246094" y="839314"/>
            <a:ext cx="3539508" cy="1517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0158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559FA-695C-5423-5848-DE5BFFF1D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6F083-F73B-8B1E-82D4-4EE4BCCDB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Run.agent.py</a:t>
            </a:r>
            <a:endParaRPr kumimoji="1" lang="ko-KR" altLang="en-US" sz="3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499D5E0-C8DD-1370-5FF3-0CA16E76C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9" y="1764795"/>
            <a:ext cx="5792420" cy="3556032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C1F2CE07-3A6A-B35E-CF88-5FEE97545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087" y="106679"/>
            <a:ext cx="5967046" cy="2630135"/>
          </a:xfrm>
          <a:prstGeom prst="rect">
            <a:avLst/>
          </a:prstGeom>
        </p:spPr>
      </p:pic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00F3BB38-DED1-8B16-E4E1-CA8ADC57CB44}"/>
              </a:ext>
            </a:extLst>
          </p:cNvPr>
          <p:cNvCxnSpPr/>
          <p:nvPr/>
        </p:nvCxnSpPr>
        <p:spPr>
          <a:xfrm flipV="1">
            <a:off x="1084729" y="259976"/>
            <a:ext cx="4419600" cy="3514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527CEC3A-A02F-4ECD-46B3-ACE079F1943A}"/>
              </a:ext>
            </a:extLst>
          </p:cNvPr>
          <p:cNvSpPr/>
          <p:nvPr/>
        </p:nvSpPr>
        <p:spPr>
          <a:xfrm>
            <a:off x="6348702" y="2950111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4EBD14B-49D7-CA16-DC42-316CDE3FC716}"/>
              </a:ext>
            </a:extLst>
          </p:cNvPr>
          <p:cNvSpPr/>
          <p:nvPr/>
        </p:nvSpPr>
        <p:spPr>
          <a:xfrm>
            <a:off x="6348702" y="3111081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C7DB3C7D-64D0-61E1-F1EB-C0B22059420B}"/>
              </a:ext>
            </a:extLst>
          </p:cNvPr>
          <p:cNvSpPr/>
          <p:nvPr/>
        </p:nvSpPr>
        <p:spPr>
          <a:xfrm>
            <a:off x="6348702" y="3478954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0ECCA3C0-03F4-AA96-98C4-8FE0AAD4030B}"/>
              </a:ext>
            </a:extLst>
          </p:cNvPr>
          <p:cNvSpPr/>
          <p:nvPr/>
        </p:nvSpPr>
        <p:spPr>
          <a:xfrm>
            <a:off x="6348702" y="3639924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51828C-2D80-5AA4-BC70-3D49D6CF804A}"/>
              </a:ext>
            </a:extLst>
          </p:cNvPr>
          <p:cNvSpPr txBox="1"/>
          <p:nvPr/>
        </p:nvSpPr>
        <p:spPr>
          <a:xfrm>
            <a:off x="6243006" y="3109622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2457FFAC-0242-0EE9-43FC-D49356696290}"/>
              </a:ext>
            </a:extLst>
          </p:cNvPr>
          <p:cNvSpPr/>
          <p:nvPr/>
        </p:nvSpPr>
        <p:spPr>
          <a:xfrm>
            <a:off x="6894922" y="2944929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18163705-FC54-4F1D-FDF6-EB830890F27A}"/>
              </a:ext>
            </a:extLst>
          </p:cNvPr>
          <p:cNvSpPr/>
          <p:nvPr/>
        </p:nvSpPr>
        <p:spPr>
          <a:xfrm>
            <a:off x="6894922" y="3105899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241FEAC6-7CA9-6E1E-2354-1D9B04B48443}"/>
              </a:ext>
            </a:extLst>
          </p:cNvPr>
          <p:cNvSpPr/>
          <p:nvPr/>
        </p:nvSpPr>
        <p:spPr>
          <a:xfrm>
            <a:off x="6894922" y="3473772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A76CFE2A-A25C-023B-E277-A3E541F7C884}"/>
              </a:ext>
            </a:extLst>
          </p:cNvPr>
          <p:cNvSpPr/>
          <p:nvPr/>
        </p:nvSpPr>
        <p:spPr>
          <a:xfrm>
            <a:off x="6894922" y="3634742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0CEB34-C85D-F503-9AAD-1962E79AFD2D}"/>
              </a:ext>
            </a:extLst>
          </p:cNvPr>
          <p:cNvSpPr txBox="1"/>
          <p:nvPr/>
        </p:nvSpPr>
        <p:spPr>
          <a:xfrm>
            <a:off x="6789226" y="310444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4F524C60-2909-BF17-49FA-3AA5E987B473}"/>
              </a:ext>
            </a:extLst>
          </p:cNvPr>
          <p:cNvSpPr/>
          <p:nvPr/>
        </p:nvSpPr>
        <p:spPr>
          <a:xfrm>
            <a:off x="7335446" y="3230813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A4C96F37-DB70-0277-3FEC-5B05A896B5CE}"/>
              </a:ext>
            </a:extLst>
          </p:cNvPr>
          <p:cNvSpPr/>
          <p:nvPr/>
        </p:nvSpPr>
        <p:spPr>
          <a:xfrm>
            <a:off x="7335446" y="3391783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33685F-1B87-25C3-1F52-BBB0F4FB7C3F}"/>
              </a:ext>
            </a:extLst>
          </p:cNvPr>
          <p:cNvSpPr txBox="1"/>
          <p:nvPr/>
        </p:nvSpPr>
        <p:spPr>
          <a:xfrm>
            <a:off x="6039899" y="3774141"/>
            <a:ext cx="12955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dirty="0"/>
              <a:t>Two hidden layer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FF48E2-C3C3-A64F-BFF1-F7119216065A}"/>
              </a:ext>
            </a:extLst>
          </p:cNvPr>
          <p:cNvSpPr txBox="1"/>
          <p:nvPr/>
        </p:nvSpPr>
        <p:spPr>
          <a:xfrm>
            <a:off x="7101255" y="3500239"/>
            <a:ext cx="5761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100" dirty="0"/>
              <a:t>action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A6339489-995B-39E7-2394-6F137194A456}"/>
              </a:ext>
            </a:extLst>
          </p:cNvPr>
          <p:cNvSpPr/>
          <p:nvPr/>
        </p:nvSpPr>
        <p:spPr>
          <a:xfrm>
            <a:off x="5917901" y="3121165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94B764C-16F3-DA6A-DC95-028504D68CBA}"/>
              </a:ext>
            </a:extLst>
          </p:cNvPr>
          <p:cNvSpPr/>
          <p:nvPr/>
        </p:nvSpPr>
        <p:spPr>
          <a:xfrm>
            <a:off x="5917901" y="3489038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B3BA5E-D4C9-1B22-52B5-3551FF9AC9ED}"/>
              </a:ext>
            </a:extLst>
          </p:cNvPr>
          <p:cNvSpPr txBox="1"/>
          <p:nvPr/>
        </p:nvSpPr>
        <p:spPr>
          <a:xfrm>
            <a:off x="5785462" y="3092486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8D99938-0C8F-BAB1-65C2-B6ECECDC7967}"/>
              </a:ext>
            </a:extLst>
          </p:cNvPr>
          <p:cNvSpPr/>
          <p:nvPr/>
        </p:nvSpPr>
        <p:spPr>
          <a:xfrm>
            <a:off x="5877819" y="2736814"/>
            <a:ext cx="1804934" cy="1298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5E1781E3-3319-F954-9B0A-1F43FAB8F92D}"/>
              </a:ext>
            </a:extLst>
          </p:cNvPr>
          <p:cNvCxnSpPr>
            <a:endCxn id="49" idx="0"/>
          </p:cNvCxnSpPr>
          <p:nvPr/>
        </p:nvCxnSpPr>
        <p:spPr>
          <a:xfrm>
            <a:off x="5692588" y="546847"/>
            <a:ext cx="1087698" cy="2189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Lecture 3 Gaussian Probability Distribution">
            <a:extLst>
              <a:ext uri="{FF2B5EF4-FFF2-40B4-BE49-F238E27FC236}">
                <a16:creationId xmlns:a16="http://schemas.microsoft.com/office/drawing/2014/main" id="{791D122F-C89D-47BC-9ADF-4CF0A898D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855" y="2743958"/>
            <a:ext cx="1211186" cy="479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Lecture 3 Gaussian Probability Distribution">
            <a:extLst>
              <a:ext uri="{FF2B5EF4-FFF2-40B4-BE49-F238E27FC236}">
                <a16:creationId xmlns:a16="http://schemas.microsoft.com/office/drawing/2014/main" id="{C54EE994-FE61-0286-13AD-51C32BB8E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855" y="3376350"/>
            <a:ext cx="1211186" cy="479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직사각형 52">
            <a:extLst>
              <a:ext uri="{FF2B5EF4-FFF2-40B4-BE49-F238E27FC236}">
                <a16:creationId xmlns:a16="http://schemas.microsoft.com/office/drawing/2014/main" id="{8D35F67B-3977-451C-8EE6-E2361DA42B86}"/>
              </a:ext>
            </a:extLst>
          </p:cNvPr>
          <p:cNvSpPr/>
          <p:nvPr/>
        </p:nvSpPr>
        <p:spPr>
          <a:xfrm>
            <a:off x="7724538" y="2729200"/>
            <a:ext cx="1338780" cy="1298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61DF9E32-8E62-7F5D-B100-B5B5A9F6E1E1}"/>
              </a:ext>
            </a:extLst>
          </p:cNvPr>
          <p:cNvCxnSpPr>
            <a:endCxn id="28" idx="2"/>
          </p:cNvCxnSpPr>
          <p:nvPr/>
        </p:nvCxnSpPr>
        <p:spPr>
          <a:xfrm>
            <a:off x="5917901" y="690282"/>
            <a:ext cx="2285709" cy="2046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타원 55">
            <a:extLst>
              <a:ext uri="{FF2B5EF4-FFF2-40B4-BE49-F238E27FC236}">
                <a16:creationId xmlns:a16="http://schemas.microsoft.com/office/drawing/2014/main" id="{7CBC192F-F01D-C899-5069-1297CE1D5BC4}"/>
              </a:ext>
            </a:extLst>
          </p:cNvPr>
          <p:cNvSpPr/>
          <p:nvPr/>
        </p:nvSpPr>
        <p:spPr>
          <a:xfrm>
            <a:off x="9837611" y="3216128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5A18262C-8822-7CBF-0AC3-E7235FC9CDE5}"/>
              </a:ext>
            </a:extLst>
          </p:cNvPr>
          <p:cNvSpPr/>
          <p:nvPr/>
        </p:nvSpPr>
        <p:spPr>
          <a:xfrm>
            <a:off x="9837611" y="3377098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7181291-C646-1C67-A2A4-254E34505A93}"/>
              </a:ext>
            </a:extLst>
          </p:cNvPr>
          <p:cNvSpPr txBox="1"/>
          <p:nvPr/>
        </p:nvSpPr>
        <p:spPr>
          <a:xfrm>
            <a:off x="9772542" y="3589127"/>
            <a:ext cx="3048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dirty="0"/>
              <a:t>pi</a:t>
            </a:r>
            <a:endParaRPr kumimoji="1" lang="ko-KR" altLang="en-US" sz="1100" dirty="0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FEE12A65-C237-1F90-7636-B6B7C50BA5FD}"/>
              </a:ext>
            </a:extLst>
          </p:cNvPr>
          <p:cNvCxnSpPr>
            <a:cxnSpLocks/>
            <a:endCxn id="61" idx="0"/>
          </p:cNvCxnSpPr>
          <p:nvPr/>
        </p:nvCxnSpPr>
        <p:spPr>
          <a:xfrm>
            <a:off x="6267342" y="971433"/>
            <a:ext cx="3657646" cy="2172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09FA733-F7D3-D4B5-55BB-616422C589BB}"/>
              </a:ext>
            </a:extLst>
          </p:cNvPr>
          <p:cNvSpPr/>
          <p:nvPr/>
        </p:nvSpPr>
        <p:spPr>
          <a:xfrm>
            <a:off x="9772542" y="3143865"/>
            <a:ext cx="304892" cy="7208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75B332AD-5825-6365-AA49-1EB3C51FA257}"/>
              </a:ext>
            </a:extLst>
          </p:cNvPr>
          <p:cNvSpPr txBox="1"/>
          <p:nvPr/>
        </p:nvSpPr>
        <p:spPr>
          <a:xfrm>
            <a:off x="4714816" y="3289106"/>
            <a:ext cx="238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/>
              <a:t>a</a:t>
            </a:r>
            <a:endParaRPr kumimoji="1" lang="ko-KR" altLang="en-US" sz="1200" dirty="0"/>
          </a:p>
        </p:txBody>
      </p:sp>
      <p:cxnSp>
        <p:nvCxnSpPr>
          <p:cNvPr id="1027" name="직선 화살표 연결선 1026">
            <a:extLst>
              <a:ext uri="{FF2B5EF4-FFF2-40B4-BE49-F238E27FC236}">
                <a16:creationId xmlns:a16="http://schemas.microsoft.com/office/drawing/2014/main" id="{BFD623B1-DD16-74BB-75C6-DEC9B0C51944}"/>
              </a:ext>
            </a:extLst>
          </p:cNvPr>
          <p:cNvCxnSpPr>
            <a:cxnSpLocks/>
            <a:stCxn id="1024" idx="3"/>
            <a:endCxn id="49" idx="1"/>
          </p:cNvCxnSpPr>
          <p:nvPr/>
        </p:nvCxnSpPr>
        <p:spPr>
          <a:xfrm flipV="1">
            <a:off x="4953238" y="3386283"/>
            <a:ext cx="924581" cy="41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직선 화살표 연결선 1029">
            <a:extLst>
              <a:ext uri="{FF2B5EF4-FFF2-40B4-BE49-F238E27FC236}">
                <a16:creationId xmlns:a16="http://schemas.microsoft.com/office/drawing/2014/main" id="{389D3BFF-3841-1834-9E23-5BFED51A064F}"/>
              </a:ext>
            </a:extLst>
          </p:cNvPr>
          <p:cNvCxnSpPr>
            <a:stCxn id="53" idx="3"/>
            <a:endCxn id="61" idx="1"/>
          </p:cNvCxnSpPr>
          <p:nvPr/>
        </p:nvCxnSpPr>
        <p:spPr>
          <a:xfrm>
            <a:off x="9063318" y="3378669"/>
            <a:ext cx="709224" cy="125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구부러진 연결선[U] 1031">
            <a:extLst>
              <a:ext uri="{FF2B5EF4-FFF2-40B4-BE49-F238E27FC236}">
                <a16:creationId xmlns:a16="http://schemas.microsoft.com/office/drawing/2014/main" id="{C9A42CBD-EE91-DC23-4191-6374A3D53013}"/>
              </a:ext>
            </a:extLst>
          </p:cNvPr>
          <p:cNvCxnSpPr>
            <a:cxnSpLocks/>
            <a:stCxn id="45" idx="2"/>
            <a:endCxn id="61" idx="2"/>
          </p:cNvCxnSpPr>
          <p:nvPr/>
        </p:nvCxnSpPr>
        <p:spPr>
          <a:xfrm rot="16200000" flipH="1">
            <a:off x="8605756" y="2545435"/>
            <a:ext cx="102818" cy="2535646"/>
          </a:xfrm>
          <a:prstGeom prst="curvedConnector3">
            <a:avLst>
              <a:gd name="adj1" fmla="val 322335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구부러진 연결선[U] 1034">
            <a:extLst>
              <a:ext uri="{FF2B5EF4-FFF2-40B4-BE49-F238E27FC236}">
                <a16:creationId xmlns:a16="http://schemas.microsoft.com/office/drawing/2014/main" id="{259B6C01-CCA5-D3D6-C913-97EAE4117511}"/>
              </a:ext>
            </a:extLst>
          </p:cNvPr>
          <p:cNvCxnSpPr>
            <a:stCxn id="45" idx="2"/>
            <a:endCxn id="1024" idx="2"/>
          </p:cNvCxnSpPr>
          <p:nvPr/>
        </p:nvCxnSpPr>
        <p:spPr>
          <a:xfrm rot="5400000" flipH="1">
            <a:off x="6013813" y="2386320"/>
            <a:ext cx="195744" cy="2555315"/>
          </a:xfrm>
          <a:prstGeom prst="curvedConnector3">
            <a:avLst>
              <a:gd name="adj1" fmla="val -116785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" name="TextBox 1036">
            <a:extLst>
              <a:ext uri="{FF2B5EF4-FFF2-40B4-BE49-F238E27FC236}">
                <a16:creationId xmlns:a16="http://schemas.microsoft.com/office/drawing/2014/main" id="{A14125C5-C5E5-F875-6CB4-1AC5FE5B7BD0}"/>
              </a:ext>
            </a:extLst>
          </p:cNvPr>
          <p:cNvSpPr txBox="1"/>
          <p:nvPr/>
        </p:nvSpPr>
        <p:spPr>
          <a:xfrm>
            <a:off x="5549844" y="4072231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logp</a:t>
            </a:r>
            <a:endParaRPr kumimoji="1" lang="ko-KR" altLang="en-US" dirty="0"/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D64E810F-EC36-D622-E418-ABA01C08F6F2}"/>
              </a:ext>
            </a:extLst>
          </p:cNvPr>
          <p:cNvSpPr txBox="1"/>
          <p:nvPr/>
        </p:nvSpPr>
        <p:spPr>
          <a:xfrm>
            <a:off x="8399630" y="4122249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logp_pi</a:t>
            </a:r>
            <a:endParaRPr kumimoji="1" lang="ko-KR" altLang="en-US" dirty="0"/>
          </a:p>
        </p:txBody>
      </p:sp>
      <p:pic>
        <p:nvPicPr>
          <p:cNvPr id="1039" name="그림 1038">
            <a:extLst>
              <a:ext uri="{FF2B5EF4-FFF2-40B4-BE49-F238E27FC236}">
                <a16:creationId xmlns:a16="http://schemas.microsoft.com/office/drawing/2014/main" id="{36B45314-8D2C-A688-5443-A3D4F16A31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239" y="5751641"/>
            <a:ext cx="5743259" cy="697348"/>
          </a:xfrm>
          <a:prstGeom prst="rect">
            <a:avLst/>
          </a:prstGeom>
        </p:spPr>
      </p:pic>
      <p:pic>
        <p:nvPicPr>
          <p:cNvPr id="1040" name="그림 1039">
            <a:extLst>
              <a:ext uri="{FF2B5EF4-FFF2-40B4-BE49-F238E27FC236}">
                <a16:creationId xmlns:a16="http://schemas.microsoft.com/office/drawing/2014/main" id="{88992071-1B2C-55EC-11FF-851B88CF10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6876" y="5801659"/>
            <a:ext cx="5743260" cy="56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629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6EA14-E4AD-9F78-78DD-F99C7B7BB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96374B-B8AB-DA9B-A8B0-F50CF68B1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Run.agent.py</a:t>
            </a:r>
            <a:endParaRPr kumimoji="1" lang="ko-KR" altLang="en-US" sz="3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31CF1A-7A3A-643D-2E84-9480AAB97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944" y="0"/>
            <a:ext cx="5725372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D2C2EF-B3BB-57F5-076E-E920A7087B09}"/>
              </a:ext>
            </a:extLst>
          </p:cNvPr>
          <p:cNvSpPr txBox="1"/>
          <p:nvPr/>
        </p:nvSpPr>
        <p:spPr>
          <a:xfrm>
            <a:off x="1102125" y="1275189"/>
            <a:ext cx="25332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 err="1"/>
              <a:t>adv_ph</a:t>
            </a:r>
            <a:r>
              <a:rPr kumimoji="1" lang="en-US" altLang="ko-KR" sz="1200" dirty="0"/>
              <a:t>: advantage function</a:t>
            </a:r>
            <a:br>
              <a:rPr kumimoji="1" lang="en-US" altLang="ko-KR" sz="1200" dirty="0"/>
            </a:br>
            <a:r>
              <a:rPr kumimoji="1" lang="en-US" altLang="ko-KR" sz="1200" dirty="0" err="1"/>
              <a:t>cadv_ph</a:t>
            </a:r>
            <a:r>
              <a:rPr kumimoji="1" lang="en-US" altLang="ko-KR" sz="1200" dirty="0"/>
              <a:t>: cost advantage function</a:t>
            </a:r>
          </a:p>
          <a:p>
            <a:r>
              <a:rPr kumimoji="1" lang="en-US" altLang="ko-KR" sz="1200" dirty="0" err="1"/>
              <a:t>ret_ph</a:t>
            </a:r>
            <a:r>
              <a:rPr kumimoji="1" lang="en-US" altLang="ko-KR" sz="1200" dirty="0"/>
              <a:t>: return function</a:t>
            </a:r>
          </a:p>
          <a:p>
            <a:r>
              <a:rPr kumimoji="1" lang="en-US" altLang="ko-KR" sz="1200" dirty="0" err="1"/>
              <a:t>cret_ph</a:t>
            </a:r>
            <a:r>
              <a:rPr kumimoji="1" lang="en-US" altLang="ko-KR" sz="1200" dirty="0"/>
              <a:t>: cost return 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C3A175-5746-35C2-6D36-6E0518B4CDC5}"/>
              </a:ext>
            </a:extLst>
          </p:cNvPr>
          <p:cNvSpPr txBox="1"/>
          <p:nvPr/>
        </p:nvSpPr>
        <p:spPr>
          <a:xfrm>
            <a:off x="7957098" y="2834035"/>
            <a:ext cx="2401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/>
              <a:t>v: value estimated by </a:t>
            </a:r>
            <a:r>
              <a:rPr kumimoji="1" lang="en-US" altLang="ko-KR" sz="1200" dirty="0" err="1"/>
              <a:t>mlp</a:t>
            </a:r>
            <a:endParaRPr kumimoji="1" lang="en-US" altLang="ko-KR" sz="1200" dirty="0"/>
          </a:p>
          <a:p>
            <a:r>
              <a:rPr kumimoji="1" lang="en-US" altLang="ko-KR" sz="1200" dirty="0" err="1"/>
              <a:t>vc</a:t>
            </a:r>
            <a:r>
              <a:rPr kumimoji="1" lang="en-US" altLang="ko-KR" sz="1200" dirty="0"/>
              <a:t>: cost value estimated by </a:t>
            </a:r>
            <a:r>
              <a:rPr kumimoji="1" lang="en-US" altLang="ko-KR" sz="1200" dirty="0" err="1"/>
              <a:t>mlp</a:t>
            </a:r>
            <a:endParaRPr kumimoji="1" lang="ko-KR" altLang="en-US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1409BC7-4158-1AE2-84A0-1A1610BE1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1842" y="2210306"/>
            <a:ext cx="3669579" cy="692462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FF10F64B-CCD6-8F64-10FE-63014BF42647}"/>
              </a:ext>
            </a:extLst>
          </p:cNvPr>
          <p:cNvSpPr/>
          <p:nvPr/>
        </p:nvSpPr>
        <p:spPr>
          <a:xfrm>
            <a:off x="10251456" y="1323024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86A56E2-0475-6571-42E2-BE198F03A70F}"/>
              </a:ext>
            </a:extLst>
          </p:cNvPr>
          <p:cNvSpPr/>
          <p:nvPr/>
        </p:nvSpPr>
        <p:spPr>
          <a:xfrm>
            <a:off x="10251456" y="1483994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E6FBB39-6EA8-90C5-C907-49781E27D24A}"/>
              </a:ext>
            </a:extLst>
          </p:cNvPr>
          <p:cNvSpPr/>
          <p:nvPr/>
        </p:nvSpPr>
        <p:spPr>
          <a:xfrm>
            <a:off x="10251456" y="1851867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883D1BB-2F8C-3CBF-EC45-F471A4EBCC47}"/>
              </a:ext>
            </a:extLst>
          </p:cNvPr>
          <p:cNvSpPr/>
          <p:nvPr/>
        </p:nvSpPr>
        <p:spPr>
          <a:xfrm>
            <a:off x="10251456" y="2012837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47B6B1-A408-9C22-BEFB-2F48682693E7}"/>
              </a:ext>
            </a:extLst>
          </p:cNvPr>
          <p:cNvSpPr txBox="1"/>
          <p:nvPr/>
        </p:nvSpPr>
        <p:spPr>
          <a:xfrm>
            <a:off x="10145760" y="1482535"/>
            <a:ext cx="356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10F47F2-9F2C-00CD-9902-E0475084B873}"/>
              </a:ext>
            </a:extLst>
          </p:cNvPr>
          <p:cNvSpPr/>
          <p:nvPr/>
        </p:nvSpPr>
        <p:spPr>
          <a:xfrm>
            <a:off x="10797676" y="1317842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A447251-DF36-C21B-9263-C9EE5C2A7923}"/>
              </a:ext>
            </a:extLst>
          </p:cNvPr>
          <p:cNvSpPr/>
          <p:nvPr/>
        </p:nvSpPr>
        <p:spPr>
          <a:xfrm>
            <a:off x="10797676" y="1478812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DB81B00-7DCB-712F-B7E0-5A2134D1D954}"/>
              </a:ext>
            </a:extLst>
          </p:cNvPr>
          <p:cNvSpPr/>
          <p:nvPr/>
        </p:nvSpPr>
        <p:spPr>
          <a:xfrm>
            <a:off x="10797676" y="1846685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9818568-8E55-327A-BFD2-23DF73F7AD6B}"/>
              </a:ext>
            </a:extLst>
          </p:cNvPr>
          <p:cNvSpPr/>
          <p:nvPr/>
        </p:nvSpPr>
        <p:spPr>
          <a:xfrm>
            <a:off x="10797676" y="2007655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6D90A1-42AE-4B8D-3FFB-C5DE52ED8120}"/>
              </a:ext>
            </a:extLst>
          </p:cNvPr>
          <p:cNvSpPr txBox="1"/>
          <p:nvPr/>
        </p:nvSpPr>
        <p:spPr>
          <a:xfrm>
            <a:off x="10691980" y="1477353"/>
            <a:ext cx="356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DD94470-F5AE-1382-7955-EEA3F3A68809}"/>
              </a:ext>
            </a:extLst>
          </p:cNvPr>
          <p:cNvSpPr/>
          <p:nvPr/>
        </p:nvSpPr>
        <p:spPr>
          <a:xfrm>
            <a:off x="11238200" y="1672128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031623-A075-FE03-A68E-E515B03CE305}"/>
              </a:ext>
            </a:extLst>
          </p:cNvPr>
          <p:cNvSpPr txBox="1"/>
          <p:nvPr/>
        </p:nvSpPr>
        <p:spPr>
          <a:xfrm>
            <a:off x="11089875" y="1794203"/>
            <a:ext cx="6058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100" dirty="0"/>
              <a:t>v / </a:t>
            </a:r>
            <a:r>
              <a:rPr kumimoji="1" lang="en-US" altLang="ko-KR" sz="1100" dirty="0" err="1"/>
              <a:t>vc</a:t>
            </a:r>
            <a:endParaRPr kumimoji="1" lang="en-US" altLang="ko-KR" sz="1100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7D02FE8-B433-B22F-A332-B2521A918B04}"/>
              </a:ext>
            </a:extLst>
          </p:cNvPr>
          <p:cNvSpPr/>
          <p:nvPr/>
        </p:nvSpPr>
        <p:spPr>
          <a:xfrm>
            <a:off x="9820655" y="1494078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7CFF9CE-68F5-C413-207D-C8E4F1113648}"/>
              </a:ext>
            </a:extLst>
          </p:cNvPr>
          <p:cNvSpPr/>
          <p:nvPr/>
        </p:nvSpPr>
        <p:spPr>
          <a:xfrm>
            <a:off x="9820655" y="1861951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9E59B1-7631-160F-692F-D220E46D5EC7}"/>
              </a:ext>
            </a:extLst>
          </p:cNvPr>
          <p:cNvSpPr txBox="1"/>
          <p:nvPr/>
        </p:nvSpPr>
        <p:spPr>
          <a:xfrm>
            <a:off x="9688216" y="1465399"/>
            <a:ext cx="356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26DC52-56F1-12A1-1C9E-9F4F93958DEE}"/>
              </a:ext>
            </a:extLst>
          </p:cNvPr>
          <p:cNvSpPr txBox="1"/>
          <p:nvPr/>
        </p:nvSpPr>
        <p:spPr>
          <a:xfrm>
            <a:off x="9336368" y="1928480"/>
            <a:ext cx="9332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100" dirty="0"/>
              <a:t>observation</a:t>
            </a:r>
            <a:endParaRPr kumimoji="1" lang="ko-KR" altLang="en-US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AB365E-E50A-0AC9-80A2-CB66C36D03E7}"/>
              </a:ext>
            </a:extLst>
          </p:cNvPr>
          <p:cNvSpPr txBox="1"/>
          <p:nvPr/>
        </p:nvSpPr>
        <p:spPr>
          <a:xfrm>
            <a:off x="2246364" y="5922405"/>
            <a:ext cx="1178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/>
              <a:t>Trainable lines</a:t>
            </a:r>
            <a:endParaRPr kumimoji="1" lang="ko-KR" altLang="en-US" sz="12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E27F69B-ECA2-2731-F462-E6FA122953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880" y="5303164"/>
            <a:ext cx="3107055" cy="691429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CE71E451-4994-3314-05C2-414E462161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8" y="5067587"/>
            <a:ext cx="3309661" cy="189665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4BDEF241-6340-EFF9-2ECE-A6FFC066B6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78" y="4125336"/>
            <a:ext cx="3481648" cy="896339"/>
          </a:xfrm>
          <a:prstGeom prst="rect">
            <a:avLst/>
          </a:prstGeom>
        </p:spPr>
      </p:pic>
      <p:sp>
        <p:nvSpPr>
          <p:cNvPr id="29" name="타원 28">
            <a:extLst>
              <a:ext uri="{FF2B5EF4-FFF2-40B4-BE49-F238E27FC236}">
                <a16:creationId xmlns:a16="http://schemas.microsoft.com/office/drawing/2014/main" id="{86C95CE2-55D5-2B65-9AEA-A295759BC096}"/>
              </a:ext>
            </a:extLst>
          </p:cNvPr>
          <p:cNvSpPr/>
          <p:nvPr/>
        </p:nvSpPr>
        <p:spPr>
          <a:xfrm>
            <a:off x="1261638" y="3049735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6CC36686-7EEF-90A4-1517-E0C200FA712D}"/>
              </a:ext>
            </a:extLst>
          </p:cNvPr>
          <p:cNvSpPr/>
          <p:nvPr/>
        </p:nvSpPr>
        <p:spPr>
          <a:xfrm>
            <a:off x="1261638" y="3210705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386D011E-787C-B59A-3400-5318DF6E6D99}"/>
              </a:ext>
            </a:extLst>
          </p:cNvPr>
          <p:cNvSpPr/>
          <p:nvPr/>
        </p:nvSpPr>
        <p:spPr>
          <a:xfrm>
            <a:off x="1261638" y="3578578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B8930C0A-4F7F-F74D-0BED-76BAB5C9B0A2}"/>
              </a:ext>
            </a:extLst>
          </p:cNvPr>
          <p:cNvSpPr/>
          <p:nvPr/>
        </p:nvSpPr>
        <p:spPr>
          <a:xfrm>
            <a:off x="1261638" y="3739548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3185E7-C66F-D964-362B-16599307731B}"/>
              </a:ext>
            </a:extLst>
          </p:cNvPr>
          <p:cNvSpPr txBox="1"/>
          <p:nvPr/>
        </p:nvSpPr>
        <p:spPr>
          <a:xfrm>
            <a:off x="1155942" y="3209246"/>
            <a:ext cx="356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2FAE0B8-7CB7-14D7-BAEB-6D6CF98B8468}"/>
              </a:ext>
            </a:extLst>
          </p:cNvPr>
          <p:cNvSpPr/>
          <p:nvPr/>
        </p:nvSpPr>
        <p:spPr>
          <a:xfrm>
            <a:off x="1807858" y="3044553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283D86F2-77D6-70D0-B149-0E6FB6EDF0CE}"/>
              </a:ext>
            </a:extLst>
          </p:cNvPr>
          <p:cNvSpPr/>
          <p:nvPr/>
        </p:nvSpPr>
        <p:spPr>
          <a:xfrm>
            <a:off x="1807858" y="3205523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F2CB4464-8014-53F8-E9AA-9DACEADC5EEE}"/>
              </a:ext>
            </a:extLst>
          </p:cNvPr>
          <p:cNvSpPr/>
          <p:nvPr/>
        </p:nvSpPr>
        <p:spPr>
          <a:xfrm>
            <a:off x="1807858" y="3573396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0E8BC0AB-2393-8A4C-871B-505D7AC15745}"/>
              </a:ext>
            </a:extLst>
          </p:cNvPr>
          <p:cNvSpPr/>
          <p:nvPr/>
        </p:nvSpPr>
        <p:spPr>
          <a:xfrm>
            <a:off x="1807858" y="3734366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A60189-B85A-A050-BBAF-B260139AD1FE}"/>
              </a:ext>
            </a:extLst>
          </p:cNvPr>
          <p:cNvSpPr txBox="1"/>
          <p:nvPr/>
        </p:nvSpPr>
        <p:spPr>
          <a:xfrm>
            <a:off x="1702162" y="3204064"/>
            <a:ext cx="356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66333083-01CD-8064-3646-C350C41C9D39}"/>
              </a:ext>
            </a:extLst>
          </p:cNvPr>
          <p:cNvSpPr/>
          <p:nvPr/>
        </p:nvSpPr>
        <p:spPr>
          <a:xfrm>
            <a:off x="2248382" y="3398839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7A55B1-D0B7-50DA-6B5C-BF10E667DA36}"/>
              </a:ext>
            </a:extLst>
          </p:cNvPr>
          <p:cNvSpPr txBox="1"/>
          <p:nvPr/>
        </p:nvSpPr>
        <p:spPr>
          <a:xfrm>
            <a:off x="2209922" y="3518209"/>
            <a:ext cx="2214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100" dirty="0"/>
              <a:t>1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B41504C9-DFEB-A649-3471-149A3F76F211}"/>
              </a:ext>
            </a:extLst>
          </p:cNvPr>
          <p:cNvSpPr/>
          <p:nvPr/>
        </p:nvSpPr>
        <p:spPr>
          <a:xfrm>
            <a:off x="830837" y="3220789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EDA1B17F-48C8-D270-FD06-B4228774F6E7}"/>
              </a:ext>
            </a:extLst>
          </p:cNvPr>
          <p:cNvSpPr/>
          <p:nvPr/>
        </p:nvSpPr>
        <p:spPr>
          <a:xfrm>
            <a:off x="830837" y="3588662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DF9574-0888-A421-6BA9-D043D5D54004}"/>
              </a:ext>
            </a:extLst>
          </p:cNvPr>
          <p:cNvSpPr txBox="1"/>
          <p:nvPr/>
        </p:nvSpPr>
        <p:spPr>
          <a:xfrm>
            <a:off x="698398" y="3192110"/>
            <a:ext cx="356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01FD1B-3CF2-4E82-2BE6-89598F4081DB}"/>
              </a:ext>
            </a:extLst>
          </p:cNvPr>
          <p:cNvSpPr txBox="1"/>
          <p:nvPr/>
        </p:nvSpPr>
        <p:spPr>
          <a:xfrm>
            <a:off x="355107" y="3684841"/>
            <a:ext cx="9332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100" dirty="0"/>
              <a:t>60 nodes?</a:t>
            </a:r>
            <a:endParaRPr kumimoji="1" lang="ko-KR" altLang="en-US" sz="11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B9C4DC-EA24-372F-9416-E14F6C65FB75}"/>
              </a:ext>
            </a:extLst>
          </p:cNvPr>
          <p:cNvSpPr txBox="1"/>
          <p:nvPr/>
        </p:nvSpPr>
        <p:spPr>
          <a:xfrm>
            <a:off x="903235" y="3858421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/>
              <a:t>256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nodes</a:t>
            </a:r>
            <a:endParaRPr kumimoji="1" lang="ko-KR" altLang="en-US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6C8147-9146-1CE2-0D37-8695F15C7F1B}"/>
              </a:ext>
            </a:extLst>
          </p:cNvPr>
          <p:cNvSpPr txBox="1"/>
          <p:nvPr/>
        </p:nvSpPr>
        <p:spPr>
          <a:xfrm>
            <a:off x="1661412" y="3823033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/>
              <a:t>256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nodes</a:t>
            </a:r>
            <a:endParaRPr kumimoji="1" lang="ko-KR" altLang="en-US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F87BD16-FEA3-AACD-220B-81C592210560}"/>
              </a:ext>
            </a:extLst>
          </p:cNvPr>
          <p:cNvSpPr txBox="1"/>
          <p:nvPr/>
        </p:nvSpPr>
        <p:spPr>
          <a:xfrm>
            <a:off x="141164" y="2649369"/>
            <a:ext cx="3387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/>
              <a:t>60*256 + 256 + 256*256 + 256 + 256*1 + 1 </a:t>
            </a:r>
          </a:p>
          <a:p>
            <a:r>
              <a:rPr kumimoji="1" lang="en-US" altLang="ko-KR" sz="1200" dirty="0"/>
              <a:t>=81665</a:t>
            </a:r>
            <a:endParaRPr kumimoji="1"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75820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0DDFC-2CC3-82AD-BF83-FC0CA8C5F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4E670-4262-56B7-6EE8-64E05587F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Run.agent.py</a:t>
            </a:r>
            <a:endParaRPr kumimoji="1" lang="ko-KR" altLang="en-US" sz="3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37A770D-F894-6CC9-0EB4-0B0BDF4C6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306" y="1690688"/>
            <a:ext cx="7504587" cy="42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471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B4E73-7DC4-661C-F295-DBB5279E2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623E23-6256-BD29-408F-0EE9A4124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Run.agent.py</a:t>
            </a:r>
            <a:endParaRPr kumimoji="1" lang="ko-KR" altLang="en-US" sz="3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1F910D-0D3A-90C3-92D8-D12AEB8F2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583" y="2573050"/>
            <a:ext cx="567514" cy="2053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8FF39C5-1E9C-6631-8D32-EF2608B9C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097" y="2547380"/>
            <a:ext cx="1296997" cy="23000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8D26ABD-2523-8721-170E-AAC5A84F81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6583" y="3055677"/>
            <a:ext cx="2967972" cy="25953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3344D60-D103-6D5D-A10F-9AFC969EF0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6582" y="3635128"/>
            <a:ext cx="2114599" cy="24636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160C01E-3343-64AB-A2BE-1F9AA50860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6582" y="4191028"/>
            <a:ext cx="2599350" cy="28408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61AE040-D6F5-1D05-3CFA-0DC2233158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887" y="1859259"/>
            <a:ext cx="4596728" cy="347906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7BC5B8F-2C5C-DB7B-D443-7B72116289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77562" y="397322"/>
            <a:ext cx="4327023" cy="157060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F9A8959-ABED-A26F-D7D8-36B357806032}"/>
              </a:ext>
            </a:extLst>
          </p:cNvPr>
          <p:cNvSpPr txBox="1"/>
          <p:nvPr/>
        </p:nvSpPr>
        <p:spPr>
          <a:xfrm>
            <a:off x="3185260" y="4613073"/>
            <a:ext cx="2858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 err="1"/>
              <a:t>Cpo</a:t>
            </a:r>
            <a:r>
              <a:rPr kumimoji="1" lang="en-US" altLang="ko-KR" sz="1200" dirty="0"/>
              <a:t> doesn’t use penalty</a:t>
            </a:r>
          </a:p>
        </p:txBody>
      </p:sp>
    </p:spTree>
    <p:extLst>
      <p:ext uri="{BB962C8B-B14F-4D97-AF65-F5344CB8AC3E}">
        <p14:creationId xmlns:p14="http://schemas.microsoft.com/office/powerpoint/2010/main" val="11248077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06157-8999-30A7-02DA-6D2E6CC50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7C51E-86BF-0E4D-5427-2B3EC13D5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817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200" dirty="0" err="1"/>
              <a:t>Run.agent.py</a:t>
            </a:r>
            <a:endParaRPr kumimoji="1" lang="ko-KR" altLang="en-US" sz="3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5685469-62EB-5DC9-41D5-AE0AE02374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595"/>
          <a:stretch/>
        </p:blipFill>
        <p:spPr>
          <a:xfrm>
            <a:off x="716129" y="2280839"/>
            <a:ext cx="3869495" cy="347895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290FB59-B58A-FFFB-B362-B4A61F7D8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2405" y="4166765"/>
            <a:ext cx="4324172" cy="1428381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EC2EEE8-17E9-373E-0573-324FC9B4133E}"/>
              </a:ext>
            </a:extLst>
          </p:cNvPr>
          <p:cNvCxnSpPr>
            <a:cxnSpLocks/>
          </p:cNvCxnSpPr>
          <p:nvPr/>
        </p:nvCxnSpPr>
        <p:spPr>
          <a:xfrm>
            <a:off x="1507852" y="3188422"/>
            <a:ext cx="6873139" cy="1846692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200501CA-F4C6-EC3C-D9B8-F2650D6A9D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637" y="1611641"/>
            <a:ext cx="4591260" cy="2374790"/>
          </a:xfrm>
          <a:prstGeom prst="rect">
            <a:avLst/>
          </a:prstGeom>
        </p:spPr>
      </p:pic>
      <p:cxnSp>
        <p:nvCxnSpPr>
          <p:cNvPr id="19" name="직선 연결선[R] 18">
            <a:extLst>
              <a:ext uri="{FF2B5EF4-FFF2-40B4-BE49-F238E27FC236}">
                <a16:creationId xmlns:a16="http://schemas.microsoft.com/office/drawing/2014/main" id="{D8A6DF06-692A-4E37-4296-2D8A46510E40}"/>
              </a:ext>
            </a:extLst>
          </p:cNvPr>
          <p:cNvCxnSpPr/>
          <p:nvPr/>
        </p:nvCxnSpPr>
        <p:spPr>
          <a:xfrm>
            <a:off x="8114544" y="2099595"/>
            <a:ext cx="26947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D3DEFE2-42C2-61D4-D757-03559E9BD866}"/>
              </a:ext>
            </a:extLst>
          </p:cNvPr>
          <p:cNvCxnSpPr>
            <a:cxnSpLocks/>
          </p:cNvCxnSpPr>
          <p:nvPr/>
        </p:nvCxnSpPr>
        <p:spPr>
          <a:xfrm>
            <a:off x="1356461" y="2979370"/>
            <a:ext cx="6049573" cy="13572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C656B0B7-BFF0-1C4F-73E9-49DD9D671E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467" y="229465"/>
            <a:ext cx="3624569" cy="1315633"/>
          </a:xfrm>
          <a:prstGeom prst="rect">
            <a:avLst/>
          </a:prstGeom>
        </p:spPr>
      </p:pic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AF8A67FB-0DC9-C774-136D-97BDF53C22E3}"/>
              </a:ext>
            </a:extLst>
          </p:cNvPr>
          <p:cNvCxnSpPr/>
          <p:nvPr/>
        </p:nvCxnSpPr>
        <p:spPr>
          <a:xfrm>
            <a:off x="6655136" y="2555475"/>
            <a:ext cx="448722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8F0E8CF9-8667-66E5-A30C-B9EC5C019E15}"/>
              </a:ext>
            </a:extLst>
          </p:cNvPr>
          <p:cNvCxnSpPr>
            <a:stCxn id="17" idx="1"/>
          </p:cNvCxnSpPr>
          <p:nvPr/>
        </p:nvCxnSpPr>
        <p:spPr>
          <a:xfrm>
            <a:off x="6600637" y="2799036"/>
            <a:ext cx="344565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B4C80251-B7E8-4FC9-57B2-25883714B2AA}"/>
              </a:ext>
            </a:extLst>
          </p:cNvPr>
          <p:cNvCxnSpPr/>
          <p:nvPr/>
        </p:nvCxnSpPr>
        <p:spPr>
          <a:xfrm>
            <a:off x="1301960" y="3942215"/>
            <a:ext cx="6479523" cy="750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[R] 29">
            <a:extLst>
              <a:ext uri="{FF2B5EF4-FFF2-40B4-BE49-F238E27FC236}">
                <a16:creationId xmlns:a16="http://schemas.microsoft.com/office/drawing/2014/main" id="{18E22661-0F5C-A62B-5C8B-E01CFB26DA7A}"/>
              </a:ext>
            </a:extLst>
          </p:cNvPr>
          <p:cNvCxnSpPr/>
          <p:nvPr/>
        </p:nvCxnSpPr>
        <p:spPr>
          <a:xfrm>
            <a:off x="962845" y="4735502"/>
            <a:ext cx="36227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4CAD147-31B0-EBBE-4561-942426BB34BA}"/>
              </a:ext>
            </a:extLst>
          </p:cNvPr>
          <p:cNvSpPr txBox="1"/>
          <p:nvPr/>
        </p:nvSpPr>
        <p:spPr>
          <a:xfrm>
            <a:off x="3534973" y="4725968"/>
            <a:ext cx="2513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/>
              <a:t>update </a:t>
            </a:r>
            <a:r>
              <a:rPr kumimoji="1" lang="en-US" altLang="ko-KR" sz="1200" dirty="0" err="1"/>
              <a:t>pi_params</a:t>
            </a:r>
            <a:r>
              <a:rPr kumimoji="1" lang="en-US" altLang="ko-KR" sz="1200" dirty="0"/>
              <a:t> according to gradients</a:t>
            </a:r>
            <a:endParaRPr kumimoji="1" lang="ko-KR" altLang="en-US" sz="1200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C6C0707-DD86-9415-413B-97AAE2933C5F}"/>
              </a:ext>
            </a:extLst>
          </p:cNvPr>
          <p:cNvSpPr/>
          <p:nvPr/>
        </p:nvSpPr>
        <p:spPr>
          <a:xfrm>
            <a:off x="4147076" y="1158729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3933EB5-EEB7-F7F6-4882-B14D2D62BFB5}"/>
              </a:ext>
            </a:extLst>
          </p:cNvPr>
          <p:cNvSpPr/>
          <p:nvPr/>
        </p:nvSpPr>
        <p:spPr>
          <a:xfrm>
            <a:off x="4147076" y="1319699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804C7EA-AB15-58D9-F17D-641D9B351014}"/>
              </a:ext>
            </a:extLst>
          </p:cNvPr>
          <p:cNvSpPr/>
          <p:nvPr/>
        </p:nvSpPr>
        <p:spPr>
          <a:xfrm>
            <a:off x="4147076" y="1687572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68C2483-9C48-5ABF-33BF-D4725D95130F}"/>
              </a:ext>
            </a:extLst>
          </p:cNvPr>
          <p:cNvSpPr/>
          <p:nvPr/>
        </p:nvSpPr>
        <p:spPr>
          <a:xfrm>
            <a:off x="4147076" y="1848542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FF114-019B-252B-AAAA-E8964EE6CD4C}"/>
              </a:ext>
            </a:extLst>
          </p:cNvPr>
          <p:cNvSpPr txBox="1"/>
          <p:nvPr/>
        </p:nvSpPr>
        <p:spPr>
          <a:xfrm>
            <a:off x="4041380" y="1318240"/>
            <a:ext cx="356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B567FCA-23DF-8EE6-516E-20509C45DBED}"/>
              </a:ext>
            </a:extLst>
          </p:cNvPr>
          <p:cNvSpPr/>
          <p:nvPr/>
        </p:nvSpPr>
        <p:spPr>
          <a:xfrm>
            <a:off x="4693296" y="1153547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48B556B-D501-A302-D57B-EAABE62C84BB}"/>
              </a:ext>
            </a:extLst>
          </p:cNvPr>
          <p:cNvSpPr/>
          <p:nvPr/>
        </p:nvSpPr>
        <p:spPr>
          <a:xfrm>
            <a:off x="4693296" y="1314517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13250F9-26E7-024F-089D-C197CCB99247}"/>
              </a:ext>
            </a:extLst>
          </p:cNvPr>
          <p:cNvSpPr/>
          <p:nvPr/>
        </p:nvSpPr>
        <p:spPr>
          <a:xfrm>
            <a:off x="4693296" y="1682390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C1368C0-6EBD-6931-114D-CABD510F0BD9}"/>
              </a:ext>
            </a:extLst>
          </p:cNvPr>
          <p:cNvSpPr/>
          <p:nvPr/>
        </p:nvSpPr>
        <p:spPr>
          <a:xfrm>
            <a:off x="4693296" y="1843360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2C7EBE-53C4-500D-A9D0-B752243B7A32}"/>
              </a:ext>
            </a:extLst>
          </p:cNvPr>
          <p:cNvSpPr txBox="1"/>
          <p:nvPr/>
        </p:nvSpPr>
        <p:spPr>
          <a:xfrm>
            <a:off x="4587600" y="1313058"/>
            <a:ext cx="356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56F182D-9628-3A97-A1AD-6766CFC436A7}"/>
              </a:ext>
            </a:extLst>
          </p:cNvPr>
          <p:cNvSpPr/>
          <p:nvPr/>
        </p:nvSpPr>
        <p:spPr>
          <a:xfrm>
            <a:off x="5133820" y="1507833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CF6F9B8-B9F3-0208-5E63-6C38CA4F49F0}"/>
              </a:ext>
            </a:extLst>
          </p:cNvPr>
          <p:cNvSpPr/>
          <p:nvPr/>
        </p:nvSpPr>
        <p:spPr>
          <a:xfrm>
            <a:off x="3716275" y="1329783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BC41D53-E26E-D12D-FBA5-A8B4CDED760B}"/>
              </a:ext>
            </a:extLst>
          </p:cNvPr>
          <p:cNvSpPr/>
          <p:nvPr/>
        </p:nvSpPr>
        <p:spPr>
          <a:xfrm>
            <a:off x="3716275" y="1697656"/>
            <a:ext cx="144796" cy="12716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35CEC2-9F26-0F48-97EB-4BDDBA3ABD2D}"/>
              </a:ext>
            </a:extLst>
          </p:cNvPr>
          <p:cNvSpPr txBox="1"/>
          <p:nvPr/>
        </p:nvSpPr>
        <p:spPr>
          <a:xfrm>
            <a:off x="3583836" y="1301104"/>
            <a:ext cx="356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A730F52E-F4BC-BC99-D9BE-5E43CB0710D3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3832236" y="1177352"/>
            <a:ext cx="336045" cy="234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266512B9-C03A-3A96-0216-015F099364DF}"/>
              </a:ext>
            </a:extLst>
          </p:cNvPr>
          <p:cNvCxnSpPr>
            <a:endCxn id="9" idx="0"/>
          </p:cNvCxnSpPr>
          <p:nvPr/>
        </p:nvCxnSpPr>
        <p:spPr>
          <a:xfrm flipV="1">
            <a:off x="3832236" y="1318240"/>
            <a:ext cx="387238" cy="93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65470EAD-4A1B-5991-0A36-DEB7E90188EB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3832236" y="1416945"/>
            <a:ext cx="314840" cy="334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C000317-BD10-22A7-3E05-1620295CF047}"/>
              </a:ext>
            </a:extLst>
          </p:cNvPr>
          <p:cNvCxnSpPr>
            <a:cxnSpLocks/>
            <a:endCxn id="8" idx="3"/>
          </p:cNvCxnSpPr>
          <p:nvPr/>
        </p:nvCxnSpPr>
        <p:spPr>
          <a:xfrm>
            <a:off x="3825896" y="1421238"/>
            <a:ext cx="342385" cy="535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B3AE303-3088-9675-ACA3-86B3CAEB4577}"/>
              </a:ext>
            </a:extLst>
          </p:cNvPr>
          <p:cNvSpPr txBox="1"/>
          <p:nvPr/>
        </p:nvSpPr>
        <p:spPr>
          <a:xfrm>
            <a:off x="3702515" y="2059865"/>
            <a:ext cx="1676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get_pi_params</a:t>
            </a:r>
            <a:endParaRPr kumimoji="1" lang="ko-KR" altLang="en-US" dirty="0"/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B51E0CC2-9781-6D4A-48D3-CBAE26D92CF4}"/>
              </a:ext>
            </a:extLst>
          </p:cNvPr>
          <p:cNvCxnSpPr/>
          <p:nvPr/>
        </p:nvCxnSpPr>
        <p:spPr>
          <a:xfrm flipV="1">
            <a:off x="1507852" y="1970528"/>
            <a:ext cx="2254078" cy="234713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그림 43">
            <a:extLst>
              <a:ext uri="{FF2B5EF4-FFF2-40B4-BE49-F238E27FC236}">
                <a16:creationId xmlns:a16="http://schemas.microsoft.com/office/drawing/2014/main" id="{4BA6C3C9-7454-F0F7-A60A-DD0C936B29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181" y="5752545"/>
            <a:ext cx="3077716" cy="110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1057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Run.agent.py</a:t>
            </a:r>
            <a:endParaRPr kumimoji="1" lang="ko-KR" altLang="en-US" sz="32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3A55234-0D11-590E-CBF0-ACF7DC4E2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83" y="2141484"/>
            <a:ext cx="4919157" cy="295003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86F6734-5170-B6D2-1621-40A4735DB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1950680"/>
            <a:ext cx="5995416" cy="314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626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8E577-8B8D-9A1B-6D76-6C2E4E1AA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C6C4F-D9EC-4280-BCC8-9010CF87B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Run.agent.py</a:t>
            </a:r>
            <a:endParaRPr kumimoji="1" lang="ko-KR" altLang="en-US" sz="32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5F4DEDF-2189-2DB6-0A70-37B477F67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83" y="2141484"/>
            <a:ext cx="4919157" cy="295003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FC555D1-F7E2-3BC9-D19A-AD62F4BC0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1950680"/>
            <a:ext cx="5995416" cy="314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6700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Run.agent.py</a:t>
            </a:r>
            <a:endParaRPr kumimoji="1"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968161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7630</TotalTime>
  <Words>381</Words>
  <Application>Microsoft Macintosh PowerPoint</Application>
  <PresentationFormat>와이드스크린</PresentationFormat>
  <Paragraphs>147</Paragraphs>
  <Slides>30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맑은 고딕</vt:lpstr>
      <vt:lpstr>Arial</vt:lpstr>
      <vt:lpstr>Office 테마</vt:lpstr>
      <vt:lpstr>CPO code</vt:lpstr>
      <vt:lpstr>Hierarchy</vt:lpstr>
      <vt:lpstr>Experiment.py</vt:lpstr>
      <vt:lpstr>Env description</vt:lpstr>
      <vt:lpstr>env_fn=lambda: gym.make(env_name)</vt:lpstr>
      <vt:lpstr>env_fn=lambda: gym.make(env_name)</vt:lpstr>
      <vt:lpstr>env_fn=lambda: gym.make(env_name)</vt:lpstr>
      <vt:lpstr>Safety_gym.envs.engine.Engine</vt:lpstr>
      <vt:lpstr>Back to algorithm </vt:lpstr>
      <vt:lpstr>Algos.py</vt:lpstr>
      <vt:lpstr>Agents.py</vt:lpstr>
      <vt:lpstr>How to calculate expectation?</vt:lpstr>
      <vt:lpstr>How to calculate expectation?</vt:lpstr>
      <vt:lpstr>Agents.py</vt:lpstr>
      <vt:lpstr>Agents.py</vt:lpstr>
      <vt:lpstr>Agents.py</vt:lpstr>
      <vt:lpstr>PowerPoint 프레젠테이션</vt:lpstr>
      <vt:lpstr>PowerPoint 프레젠테이션</vt:lpstr>
      <vt:lpstr>Run.agent.py</vt:lpstr>
      <vt:lpstr>Run.agent.py</vt:lpstr>
      <vt:lpstr>Run.agent.py</vt:lpstr>
      <vt:lpstr>Run.agent.py</vt:lpstr>
      <vt:lpstr>Run.agent.py</vt:lpstr>
      <vt:lpstr>Run.agent.py</vt:lpstr>
      <vt:lpstr>Run.agent.py</vt:lpstr>
      <vt:lpstr>Run.agent.py</vt:lpstr>
      <vt:lpstr>Run.agent.py</vt:lpstr>
      <vt:lpstr>Run.agent.py</vt:lpstr>
      <vt:lpstr>Run.agent.py</vt:lpstr>
      <vt:lpstr>Run.agent.py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한의석</dc:creator>
  <cp:lastModifiedBy>한의석</cp:lastModifiedBy>
  <cp:revision>38</cp:revision>
  <dcterms:created xsi:type="dcterms:W3CDTF">2024-07-24T03:50:40Z</dcterms:created>
  <dcterms:modified xsi:type="dcterms:W3CDTF">2024-08-26T15:21:32Z</dcterms:modified>
</cp:coreProperties>
</file>