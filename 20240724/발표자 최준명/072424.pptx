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7" r:id="rId2"/>
    <p:sldId id="284" r:id="rId3"/>
    <p:sldId id="282" r:id="rId4"/>
    <p:sldId id="286" r:id="rId5"/>
    <p:sldId id="285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1796"/>
  </p:normalViewPr>
  <p:slideViewPr>
    <p:cSldViewPr snapToGrid="0">
      <p:cViewPr varScale="1">
        <p:scale>
          <a:sx n="102" d="100"/>
          <a:sy n="102" d="100"/>
        </p:scale>
        <p:origin x="95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0B4214-22CC-3245-BF42-16D64EAA7990}" type="datetimeFigureOut">
              <a:rPr kumimoji="1" lang="ko-KR" altLang="en-US" smtClean="0"/>
              <a:t>2024. 7. 24.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86F6DC-D92C-4A4E-AB76-0E9BBFA0ED8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554238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9AFC6-5112-3045-8985-0C59BCC9647C}" type="slidenum">
              <a:rPr kumimoji="1" lang="ko-KR" altLang="en-US" smtClean="0"/>
              <a:t>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153068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 dirty="0"/>
              <a:t>docker </a:t>
            </a:r>
            <a:r>
              <a:rPr kumimoji="1" lang="ko-KR" altLang="en-US" dirty="0"/>
              <a:t>안의 리눅스 환경과 내 </a:t>
            </a:r>
            <a:r>
              <a:rPr kumimoji="1" lang="en-US" altLang="ko-KR" dirty="0"/>
              <a:t>m1</a:t>
            </a:r>
            <a:r>
              <a:rPr kumimoji="1" lang="ko-KR" altLang="en-US" dirty="0"/>
              <a:t> 노트북의 </a:t>
            </a:r>
            <a:r>
              <a:rPr kumimoji="1" lang="en-US" altLang="ko-KR" dirty="0" err="1"/>
              <a:t>gui</a:t>
            </a:r>
            <a:r>
              <a:rPr kumimoji="1" lang="ko-KR" altLang="en-US" dirty="0"/>
              <a:t>가 서로 달라서 실험 결과를 표시하는 데에 어려움이 있었다</a:t>
            </a:r>
            <a:r>
              <a:rPr kumimoji="1" lang="en-US" altLang="ko-KR" dirty="0"/>
              <a:t>.</a:t>
            </a:r>
          </a:p>
          <a:p>
            <a:r>
              <a:rPr kumimoji="1" lang="ko-KR" altLang="en-US" dirty="0"/>
              <a:t>이를 해결하기 위해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en-US" altLang="ko-KR" dirty="0" err="1"/>
              <a:t>vncserver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연결해 </a:t>
            </a:r>
            <a:r>
              <a:rPr kumimoji="1" lang="en-US" altLang="ko-KR" dirty="0"/>
              <a:t>docker </a:t>
            </a:r>
            <a:r>
              <a:rPr kumimoji="1" lang="ko-KR" altLang="en-US" dirty="0"/>
              <a:t>안에서 밖의 </a:t>
            </a:r>
            <a:r>
              <a:rPr kumimoji="1" lang="en-US" altLang="ko-KR" dirty="0"/>
              <a:t>display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잡게 해주었고</a:t>
            </a:r>
            <a:r>
              <a:rPr kumimoji="1" lang="en-US" altLang="ko-KR" dirty="0"/>
              <a:t>,</a:t>
            </a:r>
            <a:r>
              <a:rPr kumimoji="1" lang="ko-KR" altLang="en-US" dirty="0"/>
              <a:t> 실험 결과를 눈으로 볼 수 있었다</a:t>
            </a:r>
            <a:r>
              <a:rPr kumimoji="1"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184193-40A6-124D-A68A-57CF1F152151}" type="slidenum">
              <a:rPr kumimoji="1" lang="ko-KR" altLang="en-US" smtClean="0"/>
              <a:t>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86420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184193-40A6-124D-A68A-57CF1F152151}" type="slidenum">
              <a:rPr kumimoji="1" lang="ko-KR" altLang="en-US" smtClean="0"/>
              <a:t>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222100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184193-40A6-124D-A68A-57CF1F152151}" type="slidenum">
              <a:rPr kumimoji="1" lang="ko-KR" altLang="en-US" smtClean="0"/>
              <a:t>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296588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184193-40A6-124D-A68A-57CF1F152151}" type="slidenum">
              <a:rPr kumimoji="1" lang="ko-KR" altLang="en-US" smtClean="0"/>
              <a:t>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366101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9A1E84-C036-B99A-ABCC-8357765924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503FF02-05F9-ED95-5664-2991743138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DAF4C31-ED18-8CDE-2A83-929D9E200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EF4AD-CD27-564D-8005-73B3DE550807}" type="datetimeFigureOut">
              <a:rPr kumimoji="1" lang="ko-KR" altLang="en-US" smtClean="0"/>
              <a:t>2024. 7. 24.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E0B2C3A-CE4C-2BCD-182E-E451B9CEC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BECD203-0539-2DFE-DB42-EB3F1A7F6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74E57-EE33-6A40-9173-C5B6246C60E2}" type="slidenum">
              <a:rPr kumimoji="1" lang="ko-KR" altLang="en-US" smtClean="0"/>
              <a:t>‹#›</a:t>
            </a:fld>
            <a:endParaRPr kumimoji="1" lang="ko-KR" altLang="en-US"/>
          </a:p>
        </p:txBody>
      </p:sp>
      <p:pic>
        <p:nvPicPr>
          <p:cNvPr id="8" name="그림 7" descr="폰트, 로고, 원, 상징이(가) 표시된 사진&#10;&#10;자동 생성된 설명">
            <a:extLst>
              <a:ext uri="{FF2B5EF4-FFF2-40B4-BE49-F238E27FC236}">
                <a16:creationId xmlns:a16="http://schemas.microsoft.com/office/drawing/2014/main" id="{D5B273CA-212C-05E5-5414-3FE5A9A5780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64711" y="8467"/>
            <a:ext cx="1016000" cy="10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310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B998E7-A21A-4BE5-9D93-683FCCCE7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B37681B-7498-C894-8988-635449CD58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0372E2B-A17B-A1C6-D6DB-3CC6EC6CE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EF4AD-CD27-564D-8005-73B3DE550807}" type="datetimeFigureOut">
              <a:rPr kumimoji="1" lang="ko-KR" altLang="en-US" smtClean="0"/>
              <a:t>2024. 7. 24.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342A16C-191D-1B65-A804-0ACC8C141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EE14546-6D36-8604-FF6C-9AB2BBA32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74E57-EE33-6A40-9173-C5B6246C60E2}" type="slidenum">
              <a:rPr kumimoji="1" lang="ko-KR" altLang="en-US" smtClean="0"/>
              <a:t>‹#›</a:t>
            </a:fld>
            <a:endParaRPr kumimoji="1" lang="ko-KR" altLang="en-US"/>
          </a:p>
        </p:txBody>
      </p:sp>
      <p:pic>
        <p:nvPicPr>
          <p:cNvPr id="7" name="그림 6" descr="폰트, 로고, 원, 상징이(가) 표시된 사진&#10;&#10;자동 생성된 설명">
            <a:extLst>
              <a:ext uri="{FF2B5EF4-FFF2-40B4-BE49-F238E27FC236}">
                <a16:creationId xmlns:a16="http://schemas.microsoft.com/office/drawing/2014/main" id="{70A28A07-9BC4-2D5A-A942-A9DB70898FE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64711" y="8467"/>
            <a:ext cx="1016000" cy="10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929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31D1D6-C895-A390-5669-4152F8F323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521CE2C-4325-10E2-C759-640E32EEE8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E6BF77-5CF4-285E-FF3B-6996D7EB7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EF4AD-CD27-564D-8005-73B3DE550807}" type="datetimeFigureOut">
              <a:rPr kumimoji="1" lang="ko-KR" altLang="en-US" smtClean="0"/>
              <a:t>2024. 7. 24.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8E9900-3A9B-2FD9-B923-50DAE4F54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FC8AB1-9A41-633E-EC24-371A935DD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74E57-EE33-6A40-9173-C5B6246C60E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437239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3CB027-642E-E558-B909-E59D5DB71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AAEBF9D-4C96-239D-77F8-A68F1F621A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7D9FCCF-6718-B2AB-7CDB-EEFCE0C984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7DA31C2-C57B-C604-1BD9-923F50060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EF4AD-CD27-564D-8005-73B3DE550807}" type="datetimeFigureOut">
              <a:rPr kumimoji="1" lang="ko-KR" altLang="en-US" smtClean="0"/>
              <a:t>2024. 7. 24.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FF71CD3-4BD8-32B7-06CB-94B3BAACF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81737A3-DAD7-0D63-74DF-4D04D857E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74E57-EE33-6A40-9173-C5B6246C60E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09918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E69E54-6042-5DB3-0450-118F3818F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7863388-C1F9-FBEF-5DDE-F4E845A0EF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354C235-3028-17D1-4050-BE0625BB4B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503E0CB-D23D-0F02-0BD8-D2C620938E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F93AFF3-D446-B9BC-A73E-C1143D2C0C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6636CCF-68C2-2DC8-A393-BB59F88BC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EF4AD-CD27-564D-8005-73B3DE550807}" type="datetimeFigureOut">
              <a:rPr kumimoji="1" lang="ko-KR" altLang="en-US" smtClean="0"/>
              <a:t>2024. 7. 24.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71A6D62-AE0C-1212-D3DD-13BEC0BBF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ECFBB22-2268-9FDD-A793-C41BC0B00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74E57-EE33-6A40-9173-C5B6246C60E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041867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6E376F-79B7-4FDB-45B7-3D2F12D68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E72417E-0B54-1C11-D097-2298BFC69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EF4AD-CD27-564D-8005-73B3DE550807}" type="datetimeFigureOut">
              <a:rPr kumimoji="1" lang="ko-KR" altLang="en-US" smtClean="0"/>
              <a:t>2024. 7. 24.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AB00114-1E0C-45ED-E9B8-1DACA7036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DC5E64E-398B-B8AD-2707-2695233F5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74E57-EE33-6A40-9173-C5B6246C60E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07052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033BD84-E895-FFDB-B57C-AD6A796B6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EF4AD-CD27-564D-8005-73B3DE550807}" type="datetimeFigureOut">
              <a:rPr kumimoji="1" lang="ko-KR" altLang="en-US" smtClean="0"/>
              <a:t>2024. 7. 24.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6B983C3-1A95-FDFF-41EB-4A1103473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C6DCA51-CF3C-E8B2-0219-59CE946B7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74E57-EE33-6A40-9173-C5B6246C60E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391190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B2715E-3ACA-246C-B49F-266A5614D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229AD8A-ACAC-112F-280F-371EC7F297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ED4C4D5-1A31-5134-6AAB-036D941463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B72C640-699E-F93F-D54B-FB95FA715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EF4AD-CD27-564D-8005-73B3DE550807}" type="datetimeFigureOut">
              <a:rPr kumimoji="1" lang="ko-KR" altLang="en-US" smtClean="0"/>
              <a:t>2024. 7. 24.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6129BE6-3CEF-9F8D-057B-F67BCE7E4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6AA5EAA-7CA5-01D4-FDFD-1BC8D06F6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74E57-EE33-6A40-9173-C5B6246C60E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286747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5FB0E7-09FB-8D48-3F44-CA3C28DDE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069B25D-CC93-8F43-4C2B-96BDC9AF75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E733B57-CE5C-83F8-14AC-7F23E8DC8E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C8374C3-BDA6-C1FB-76A2-6E0AC558B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EF4AD-CD27-564D-8005-73B3DE550807}" type="datetimeFigureOut">
              <a:rPr kumimoji="1" lang="ko-KR" altLang="en-US" smtClean="0"/>
              <a:t>2024. 7. 24.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0E57030-6013-7D45-4C23-5A2DE5F2E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6548506-0A99-6CC6-F073-17ADEFEE6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74E57-EE33-6A40-9173-C5B6246C60E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405073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F49C29-282C-CA4A-5C92-B7E6489F1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C7FD084-B0AF-F7D3-7F10-CCFB5A0E22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6C37D95-4A94-AD62-FE47-8459C6331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EF4AD-CD27-564D-8005-73B3DE550807}" type="datetimeFigureOut">
              <a:rPr kumimoji="1" lang="ko-KR" altLang="en-US" smtClean="0"/>
              <a:t>2024. 7. 24.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31CAD7C-9BEC-5697-A811-96FA8922D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9AB3DAF-8CC9-20A0-879B-DCFB07A9F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74E57-EE33-6A40-9173-C5B6246C60E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85918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B96A62F-7F0F-AF38-23FA-156891DD7A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8043536-CF1C-0EC8-BAAD-F82E74F21F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478FCD6-328B-9124-5A65-1A7ADF891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EF4AD-CD27-564D-8005-73B3DE550807}" type="datetimeFigureOut">
              <a:rPr kumimoji="1" lang="ko-KR" altLang="en-US" smtClean="0"/>
              <a:t>2024. 7. 24.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6DE680-DC7F-EE91-5942-BA5756813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0C9E4B-53B9-020C-2BC3-E31BC78CB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74E57-EE33-6A40-9173-C5B6246C60E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67040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A20C574-307A-98EA-50A1-B62926E21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9318FF4-FB90-5C94-151A-C797A3261E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200B119-2402-94FD-7441-CCA3BD2430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6EF4AD-CD27-564D-8005-73B3DE550807}" type="datetimeFigureOut">
              <a:rPr kumimoji="1" lang="ko-KR" altLang="en-US" smtClean="0"/>
              <a:t>2024. 7. 24.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88D7934-0CC5-8B54-D7D1-425BA214B7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77D77F0-5243-8BDB-C50D-E697E37200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A74E57-EE33-6A40-9173-C5B6246C60E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630225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gif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gif"/><Relationship Id="rId4" Type="http://schemas.openxmlformats.org/officeDocument/2006/relationships/image" Target="../media/image4.gi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gi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D5C6F5-F72D-8B0A-8DA6-156A2D8733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4000" dirty="0"/>
              <a:t>Lab Meeting</a:t>
            </a:r>
            <a:endParaRPr kumimoji="1" lang="ko-KR" altLang="en-US" sz="40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0A69C6E-31EA-E4F7-4EB8-5B00009130C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ko-KR" dirty="0"/>
              <a:t>07/24/2024, </a:t>
            </a:r>
            <a:r>
              <a:rPr kumimoji="1" lang="ko-KR" altLang="en-US" dirty="0"/>
              <a:t>최준명</a:t>
            </a:r>
          </a:p>
        </p:txBody>
      </p:sp>
    </p:spTree>
    <p:extLst>
      <p:ext uri="{BB962C8B-B14F-4D97-AF65-F5344CB8AC3E}">
        <p14:creationId xmlns:p14="http://schemas.microsoft.com/office/powerpoint/2010/main" val="1059068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E4922A-600E-27BD-173F-620EB6A96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3600" dirty="0"/>
              <a:t>Ⅰ. Troubleshooting</a:t>
            </a:r>
            <a:endParaRPr kumimoji="1" lang="ko-KR" altLang="en-US"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D3831A-76FC-5B67-77B1-AFE1B5721F45}"/>
              </a:ext>
            </a:extLst>
          </p:cNvPr>
          <p:cNvSpPr txBox="1"/>
          <p:nvPr/>
        </p:nvSpPr>
        <p:spPr>
          <a:xfrm>
            <a:off x="585216" y="5779008"/>
            <a:ext cx="107685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By using </a:t>
            </a:r>
            <a:r>
              <a:rPr kumimoji="1" lang="en-US" altLang="ko-KR" dirty="0" err="1"/>
              <a:t>vncserver</a:t>
            </a:r>
            <a:r>
              <a:rPr kumimoji="1" lang="en-US" altLang="ko-KR" dirty="0"/>
              <a:t>, it was able to show results by each policy. </a:t>
            </a:r>
            <a:endParaRPr kumimoji="1" lang="ko-KR" altLang="en-US" dirty="0"/>
          </a:p>
        </p:txBody>
      </p:sp>
      <p:pic>
        <p:nvPicPr>
          <p:cNvPr id="5" name="그림 4" descr="컴퓨터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E8C720A9-98DF-1F6D-15AF-B9D82DABFD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8373" y="2574170"/>
            <a:ext cx="5315254" cy="297256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616D7B1-BAA7-387E-ACFF-B637CFE6937C}"/>
              </a:ext>
            </a:extLst>
          </p:cNvPr>
          <p:cNvSpPr txBox="1"/>
          <p:nvPr/>
        </p:nvSpPr>
        <p:spPr>
          <a:xfrm>
            <a:off x="585216" y="1695565"/>
            <a:ext cx="107685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Faced difficulties in showing experiments’ results in </a:t>
            </a:r>
            <a:r>
              <a:rPr kumimoji="1" lang="en-US" altLang="ko-KR" dirty="0" err="1"/>
              <a:t>linux</a:t>
            </a:r>
            <a:r>
              <a:rPr kumimoji="1" lang="en-US" altLang="ko-KR" dirty="0"/>
              <a:t> docker, since it required OpenGL which </a:t>
            </a:r>
            <a:r>
              <a:rPr kumimoji="1" lang="en-US" altLang="ko-KR" dirty="0" err="1"/>
              <a:t>aarch</a:t>
            </a:r>
            <a:r>
              <a:rPr kumimoji="1" lang="en-US" altLang="ko-KR" dirty="0"/>
              <a:t> doesn’t have anymore. 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661409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E4922A-600E-27BD-173F-620EB6A96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3600" dirty="0"/>
              <a:t>Ⅱ. Cart-Pole</a:t>
            </a:r>
            <a:endParaRPr kumimoji="1" lang="ko-KR" altLang="en-US" sz="36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87C5B25-5313-58A5-318F-87F28F501D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3973" y="2504024"/>
            <a:ext cx="2507099" cy="1612900"/>
          </a:xfrm>
          <a:prstGeom prst="rect">
            <a:avLst/>
          </a:prstGeom>
        </p:spPr>
      </p:pic>
      <p:pic>
        <p:nvPicPr>
          <p:cNvPr id="6" name="그림 5" descr="양초이(가) 표시된 사진&#10;&#10;자동 생성된 설명">
            <a:extLst>
              <a:ext uri="{FF2B5EF4-FFF2-40B4-BE49-F238E27FC236}">
                <a16:creationId xmlns:a16="http://schemas.microsoft.com/office/drawing/2014/main" id="{47D48908-DDBA-7149-A33C-E92AB16FB6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4109" y="2504024"/>
            <a:ext cx="2501900" cy="1612900"/>
          </a:xfrm>
          <a:prstGeom prst="rect">
            <a:avLst/>
          </a:prstGeom>
        </p:spPr>
      </p:pic>
      <p:pic>
        <p:nvPicPr>
          <p:cNvPr id="8" name="그림 7" descr="양초이(가) 표시된 사진&#10;&#10;자동 생성된 설명">
            <a:extLst>
              <a:ext uri="{FF2B5EF4-FFF2-40B4-BE49-F238E27FC236}">
                <a16:creationId xmlns:a16="http://schemas.microsoft.com/office/drawing/2014/main" id="{197C2C61-2FAC-95FA-8039-637B5AF2C8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9036" y="2504024"/>
            <a:ext cx="2501900" cy="16129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2A5BB86-14AA-8AF2-F5CC-BF4263B724E2}"/>
              </a:ext>
            </a:extLst>
          </p:cNvPr>
          <p:cNvSpPr txBox="1"/>
          <p:nvPr/>
        </p:nvSpPr>
        <p:spPr>
          <a:xfrm>
            <a:off x="1683185" y="2029216"/>
            <a:ext cx="18037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 err="1"/>
              <a:t>num_epoch</a:t>
            </a:r>
            <a:r>
              <a:rPr kumimoji="1" lang="en-US" altLang="ko-KR" dirty="0"/>
              <a:t>=10</a:t>
            </a:r>
            <a:endParaRPr kumimoji="1"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5F4DD3-F098-D4A7-8984-7DF96C3453BB}"/>
              </a:ext>
            </a:extLst>
          </p:cNvPr>
          <p:cNvSpPr txBox="1"/>
          <p:nvPr/>
        </p:nvSpPr>
        <p:spPr>
          <a:xfrm>
            <a:off x="5194125" y="2029216"/>
            <a:ext cx="2155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 err="1"/>
              <a:t>num_epoch</a:t>
            </a:r>
            <a:r>
              <a:rPr kumimoji="1" lang="en-US" altLang="ko-KR" dirty="0"/>
              <a:t>=100</a:t>
            </a:r>
            <a:endParaRPr kumimoji="1"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C93CBFB-E777-46ED-58A8-6E51BB63099B}"/>
              </a:ext>
            </a:extLst>
          </p:cNvPr>
          <p:cNvSpPr txBox="1"/>
          <p:nvPr/>
        </p:nvSpPr>
        <p:spPr>
          <a:xfrm>
            <a:off x="8792274" y="2029216"/>
            <a:ext cx="2155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 err="1"/>
              <a:t>num_epoch</a:t>
            </a:r>
            <a:r>
              <a:rPr kumimoji="1" lang="en-US" altLang="ko-KR" dirty="0"/>
              <a:t>=1000</a:t>
            </a:r>
            <a:endParaRPr kumimoji="1" lang="ko-KR" altLang="en-US" dirty="0"/>
          </a:p>
        </p:txBody>
      </p:sp>
      <p:pic>
        <p:nvPicPr>
          <p:cNvPr id="19" name="그림 18" descr="텍스트, 스크린샷, 그래프, 라인이(가) 표시된 사진&#10;&#10;자동 생성된 설명">
            <a:extLst>
              <a:ext uri="{FF2B5EF4-FFF2-40B4-BE49-F238E27FC236}">
                <a16:creationId xmlns:a16="http://schemas.microsoft.com/office/drawing/2014/main" id="{FFA93543-C38D-915A-2AD6-6EA60A51CD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0607" y="4407070"/>
            <a:ext cx="2975692" cy="1798096"/>
          </a:xfrm>
          <a:prstGeom prst="rect">
            <a:avLst/>
          </a:prstGeom>
        </p:spPr>
      </p:pic>
      <p:pic>
        <p:nvPicPr>
          <p:cNvPr id="21" name="그림 20" descr="스크린샷, 텍스트, 그래프, 도표이(가) 표시된 사진&#10;&#10;자동 생성된 설명">
            <a:extLst>
              <a:ext uri="{FF2B5EF4-FFF2-40B4-BE49-F238E27FC236}">
                <a16:creationId xmlns:a16="http://schemas.microsoft.com/office/drawing/2014/main" id="{061FAAB3-A672-E8F9-65FD-FED460C187C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78108" y="4407070"/>
            <a:ext cx="2975692" cy="1798097"/>
          </a:xfrm>
          <a:prstGeom prst="rect">
            <a:avLst/>
          </a:prstGeom>
        </p:spPr>
      </p:pic>
      <p:pic>
        <p:nvPicPr>
          <p:cNvPr id="23" name="그림 22" descr="텍스트, 도표, 스크린샷, 그래프이(가) 표시된 사진&#10;&#10;자동 생성된 설명">
            <a:extLst>
              <a:ext uri="{FF2B5EF4-FFF2-40B4-BE49-F238E27FC236}">
                <a16:creationId xmlns:a16="http://schemas.microsoft.com/office/drawing/2014/main" id="{D60611F2-5956-3A55-67BF-B6386F9E7B4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4409" y="4407068"/>
            <a:ext cx="2975694" cy="1798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0908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E4922A-600E-27BD-173F-620EB6A96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3600" dirty="0"/>
              <a:t>Ⅱ. Mountain-Car</a:t>
            </a:r>
            <a:endParaRPr kumimoji="1" lang="ko-KR" altLang="en-US" sz="3600" dirty="0"/>
          </a:p>
        </p:txBody>
      </p:sp>
      <p:pic>
        <p:nvPicPr>
          <p:cNvPr id="7" name="그림 6" descr="라인이(가) 표시된 사진&#10;&#10;자동 생성된 설명">
            <a:extLst>
              <a:ext uri="{FF2B5EF4-FFF2-40B4-BE49-F238E27FC236}">
                <a16:creationId xmlns:a16="http://schemas.microsoft.com/office/drawing/2014/main" id="{7A6DB79E-F8EE-3ACE-6627-A015E0D439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3127" y="2610023"/>
            <a:ext cx="3422128" cy="2206143"/>
          </a:xfrm>
          <a:prstGeom prst="rect">
            <a:avLst/>
          </a:prstGeom>
        </p:spPr>
      </p:pic>
      <p:pic>
        <p:nvPicPr>
          <p:cNvPr id="13" name="그림 12" descr="케이블, 라인이(가) 표시된 사진&#10;&#10;자동 생성된 설명">
            <a:extLst>
              <a:ext uri="{FF2B5EF4-FFF2-40B4-BE49-F238E27FC236}">
                <a16:creationId xmlns:a16="http://schemas.microsoft.com/office/drawing/2014/main" id="{544C8D40-5A55-90B3-3944-9F1639BA73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1088" y="2493606"/>
            <a:ext cx="3602712" cy="2322560"/>
          </a:xfrm>
          <a:prstGeom prst="rect">
            <a:avLst/>
          </a:prstGeom>
        </p:spPr>
      </p:pic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0D963CA7-8DC1-7AD6-BF96-0CCD47A50BEF}"/>
              </a:ext>
            </a:extLst>
          </p:cNvPr>
          <p:cNvCxnSpPr>
            <a:cxnSpLocks/>
          </p:cNvCxnSpPr>
          <p:nvPr/>
        </p:nvCxnSpPr>
        <p:spPr>
          <a:xfrm>
            <a:off x="5398718" y="3713093"/>
            <a:ext cx="110229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86CA1A4-4783-D68C-4816-19184A9BA15C}"/>
              </a:ext>
            </a:extLst>
          </p:cNvPr>
          <p:cNvSpPr txBox="1"/>
          <p:nvPr/>
        </p:nvSpPr>
        <p:spPr>
          <a:xfrm>
            <a:off x="2322317" y="2147892"/>
            <a:ext cx="18037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 err="1"/>
              <a:t>num_epoch</a:t>
            </a:r>
            <a:r>
              <a:rPr kumimoji="1" lang="en-US" altLang="ko-KR" dirty="0"/>
              <a:t>=10</a:t>
            </a:r>
            <a:endParaRPr kumimoji="1"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896795-00A1-1913-3B7A-CE6FFA4264B1}"/>
              </a:ext>
            </a:extLst>
          </p:cNvPr>
          <p:cNvSpPr txBox="1"/>
          <p:nvPr/>
        </p:nvSpPr>
        <p:spPr>
          <a:xfrm>
            <a:off x="8474732" y="1965689"/>
            <a:ext cx="2155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 err="1"/>
              <a:t>num_epoch</a:t>
            </a:r>
            <a:r>
              <a:rPr kumimoji="1" lang="en-US" altLang="ko-KR" dirty="0"/>
              <a:t>=100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367901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E4922A-600E-27BD-173F-620EB6A96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3600" dirty="0"/>
              <a:t>Ⅲ. Further work</a:t>
            </a:r>
            <a:endParaRPr kumimoji="1" lang="ko-KR" altLang="en-US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FE885B-0899-1F27-4677-2AB46A9E3343}"/>
              </a:ext>
            </a:extLst>
          </p:cNvPr>
          <p:cNvSpPr txBox="1"/>
          <p:nvPr/>
        </p:nvSpPr>
        <p:spPr>
          <a:xfrm>
            <a:off x="585216" y="3799394"/>
            <a:ext cx="1076858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kumimoji="1" lang="en-US" altLang="ko-KR" dirty="0"/>
              <a:t>Install </a:t>
            </a:r>
            <a:r>
              <a:rPr kumimoji="1" lang="en-US" altLang="ko-KR" dirty="0" err="1"/>
              <a:t>MuJoCo</a:t>
            </a:r>
            <a:endParaRPr kumimoji="1" lang="en-US" altLang="ko-KR" dirty="0"/>
          </a:p>
          <a:p>
            <a:pPr marL="342900" indent="-342900">
              <a:buAutoNum type="arabicPeriod"/>
            </a:pPr>
            <a:endParaRPr kumimoji="1" lang="en-US" altLang="ko-KR" dirty="0"/>
          </a:p>
          <a:p>
            <a:pPr marL="342900" indent="-342900">
              <a:buAutoNum type="arabicPeriod"/>
            </a:pPr>
            <a:r>
              <a:rPr kumimoji="1" lang="en-US" altLang="ko-KR" dirty="0"/>
              <a:t>Compare experiment results with the paper</a:t>
            </a:r>
          </a:p>
          <a:p>
            <a:pPr marL="342900" indent="-342900">
              <a:buAutoNum type="arabicPeriod"/>
            </a:pPr>
            <a:endParaRPr kumimoji="1" lang="en-US" altLang="ko-KR" dirty="0"/>
          </a:p>
          <a:p>
            <a:pPr marL="342900" indent="-342900">
              <a:buAutoNum type="arabicPeriod"/>
            </a:pPr>
            <a:r>
              <a:rPr kumimoji="1" lang="en-US" altLang="ko-KR" dirty="0"/>
              <a:t>Analyze the code</a:t>
            </a:r>
          </a:p>
          <a:p>
            <a:pPr marL="342900" indent="-342900">
              <a:buAutoNum type="arabicPeriod"/>
            </a:pPr>
            <a:endParaRPr kumimoji="1" lang="en-US" altLang="ko-KR" dirty="0"/>
          </a:p>
          <a:p>
            <a:pPr marL="342900" indent="-342900">
              <a:buAutoNum type="arabicPeriod"/>
            </a:pPr>
            <a:r>
              <a:rPr kumimoji="1" lang="en-US" altLang="ko-KR" dirty="0"/>
              <a:t>Search recent papers</a:t>
            </a:r>
            <a:endParaRPr kumimoji="1" lang="ko-KR" alt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E54A7AA-4500-E95D-076F-3EC742496D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9508" y="1402590"/>
            <a:ext cx="5947782" cy="4312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F3A3E31-326A-C313-0CDB-9DA74AA33DED}"/>
              </a:ext>
            </a:extLst>
          </p:cNvPr>
          <p:cNvSpPr txBox="1"/>
          <p:nvPr/>
        </p:nvSpPr>
        <p:spPr>
          <a:xfrm>
            <a:off x="6096000" y="6354375"/>
            <a:ext cx="64884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200" dirty="0"/>
              <a:t>image: </a:t>
            </a:r>
            <a:r>
              <a:rPr lang="en" altLang="ko-KR" sz="1200" b="0" i="0" u="none" strike="noStrike" dirty="0">
                <a:solidFill>
                  <a:srgbClr val="666666"/>
                </a:solidFill>
                <a:effectLst/>
                <a:highlight>
                  <a:srgbClr val="FFFFFF"/>
                </a:highlight>
                <a:latin typeface="Noto Sans" panose="020B0502040504020204" pitchFamily="34" charset="0"/>
              </a:rPr>
              <a:t>https://</a:t>
            </a:r>
            <a:r>
              <a:rPr lang="en" altLang="ko-KR" sz="1200" b="0" i="0" u="none" strike="noStrike" dirty="0" err="1">
                <a:solidFill>
                  <a:srgbClr val="666666"/>
                </a:solidFill>
                <a:effectLst/>
                <a:highlight>
                  <a:srgbClr val="FFFFFF"/>
                </a:highlight>
                <a:latin typeface="Noto Sans" panose="020B0502040504020204" pitchFamily="34" charset="0"/>
              </a:rPr>
              <a:t>sites.google.com</a:t>
            </a:r>
            <a:r>
              <a:rPr lang="en" altLang="ko-KR" sz="1200" b="0" i="0" u="none" strike="noStrike" dirty="0">
                <a:solidFill>
                  <a:srgbClr val="666666"/>
                </a:solidFill>
                <a:effectLst/>
                <a:highlight>
                  <a:srgbClr val="FFFFFF"/>
                </a:highlight>
                <a:latin typeface="Noto Sans" panose="020B0502040504020204" pitchFamily="34" charset="0"/>
              </a:rPr>
              <a:t>/view/d4rl/home</a:t>
            </a:r>
            <a:endParaRPr kumimoji="1"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1313485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866</TotalTime>
  <Words>152</Words>
  <Application>Microsoft Macintosh PowerPoint</Application>
  <PresentationFormat>와이드스크린</PresentationFormat>
  <Paragraphs>28</Paragraphs>
  <Slides>5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9" baseType="lpstr">
      <vt:lpstr>맑은 고딕</vt:lpstr>
      <vt:lpstr>Arial</vt:lpstr>
      <vt:lpstr>Noto Sans</vt:lpstr>
      <vt:lpstr>Office 테마</vt:lpstr>
      <vt:lpstr>Lab Meeting</vt:lpstr>
      <vt:lpstr>Ⅰ. Troubleshooting</vt:lpstr>
      <vt:lpstr>Ⅱ. Cart-Pole</vt:lpstr>
      <vt:lpstr>Ⅱ. Mountain-Car</vt:lpstr>
      <vt:lpstr>Ⅲ. Further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최준명</dc:creator>
  <cp:lastModifiedBy>최준명</cp:lastModifiedBy>
  <cp:revision>15</cp:revision>
  <dcterms:created xsi:type="dcterms:W3CDTF">2024-07-23T04:58:34Z</dcterms:created>
  <dcterms:modified xsi:type="dcterms:W3CDTF">2024-07-24T04:54:26Z</dcterms:modified>
</cp:coreProperties>
</file>