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20"/>
  </p:normalViewPr>
  <p:slideViewPr>
    <p:cSldViewPr snapToGrid="0">
      <p:cViewPr varScale="1">
        <p:scale>
          <a:sx n="211" d="100"/>
          <a:sy n="211" d="100"/>
        </p:scale>
        <p:origin x="1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853AE-252B-9A01-58F7-ECA1849B8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060688-7FB0-C5F1-2C99-4E77CDC9E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D99B3-04E5-3F9C-3F51-4DE2AF3D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A8EBE-0B67-DE0D-9CED-8D6651D8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EBBFE-2FB8-3DAB-8267-70EE0AB6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700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02FD7-75A1-9EA6-273E-0E61E3E2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4B7C3-B550-E800-D4D4-904DDC77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AA0EC4-50EF-9B80-5156-32E8AA85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346C1-D5CF-E68F-D364-1B0760FC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FA800-9926-DCA6-BF08-48F6E818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733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3C7D8-BBDF-2559-8543-B5DA091B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9EA175-8CFA-FF51-E465-D36E277D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D5F0E-2AAE-0C94-9F63-8B730B79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34C03-C198-9726-A5CA-949176CC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4D1B-EDC7-2EA8-BF1B-38BD66D7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43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6AF09-BB6B-5760-9919-BEE04B3D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2E4D7-8EF1-0F62-6CCE-B71040047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36173-2BB2-9079-7C39-78F07D43F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802BB0-E5C9-41E7-909C-4D651E52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10F2C-C29D-8E48-6BC7-529EFD48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B68EC-2F50-02B0-0220-ED957B78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446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8D475-7B61-540C-9DF3-81799F52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0C91DD-EBE5-9532-460E-C2A95BB8A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B90548-1A78-4D7E-7484-ECCBCF80D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A1058C-0594-2158-A0EB-EC127CF22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E7BA35-637B-95C7-2C86-66C154BB7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2EE461-483F-0AF2-9F7D-697D9537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1B5241-497B-0830-E869-82F0F5FD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EFA807-8492-06FF-F014-09090025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489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64B49-00BC-129B-E6DA-47946015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2CB6C9-4976-402D-5E1D-2E7D7A8E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811597-F93D-645F-AABB-90F3FF85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1DC14-53D9-250C-EC20-B43C3F8E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216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CCF230-D845-6382-51CA-7BF1AC60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F38B75-FDFC-B5B7-4554-2CCF54465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D3953-1C12-3982-557F-9161DC3B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053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2F70-3098-6655-698A-DA13A650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3259E0-033B-0CC7-1F90-E80F86DE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16AED0-32A5-878F-520D-C06C0FA28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D9627-7B8A-0A38-45A0-D54E2D20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1C3092-F2E7-69C8-D1E3-1E89EA18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85D566-CE96-1F92-73E9-32B8C43A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388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FEBBB-1B74-6244-1643-ACEE71F4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874538-EA3C-CED1-4FA4-EB218F10E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7F7173-4977-ED07-C11F-A972D0865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920DD7-2218-8028-83AA-8A23DA44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5A504D-A1A8-C141-4F7F-C4E03F2B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D23F5F-42C1-46DB-94C9-524E67BA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426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DE351-0B88-0801-1C20-60D4338E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5785D-4A4B-BA77-AD33-62A2B6F18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5B6F6-B6E6-DC41-2663-44F1E242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850D9-2502-5189-9C3C-8738C6CD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688A09-61BE-6A52-8C4B-1B8740D1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838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B2B56B-EE60-28E4-C529-1C706F9EB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78972-BA28-7082-C471-E4EAF85B0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C0F6B-F296-A6D1-2DFA-5ABB3F6A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923AD-79E2-9FFD-019D-4CE3673E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7D7CFC-6E6F-81DC-78E7-32003FE3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101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6FEB69-FAF2-6B0E-21CA-DC3EA442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8DBB9-CE8E-093B-1F7B-683D0BD2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D9220-489D-7268-1292-C092B6316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6A9BE-D090-B941-8093-075B8D93C61B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E3361-2CEA-3C55-315D-40685267E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73F690-C901-5B4D-089D-462A02058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769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Individual Study</a:t>
            </a:r>
            <a:endParaRPr kumimoji="1"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555729-6120-04FD-F1BF-83B7871FBA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1600" dirty="0"/>
              <a:t>07/24/24</a:t>
            </a:r>
          </a:p>
          <a:p>
            <a:r>
              <a:rPr kumimoji="1" lang="en-US" altLang="ko-KR" sz="1600" dirty="0"/>
              <a:t>20200690 </a:t>
            </a:r>
            <a:r>
              <a:rPr kumimoji="1" lang="en-US" altLang="ko-KR" sz="1600" dirty="0" err="1"/>
              <a:t>Euiseok</a:t>
            </a:r>
            <a:r>
              <a:rPr kumimoji="1" lang="en-US" altLang="ko-KR" sz="1600" dirty="0"/>
              <a:t> Han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8189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Rendering success</a:t>
            </a:r>
            <a:endParaRPr kumimoji="1"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2659CE-202D-D7D1-5210-9666A7020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004" y="1362879"/>
            <a:ext cx="9119992" cy="51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84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524A0-A456-1F45-E1EE-9913B726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What’s next?</a:t>
            </a:r>
            <a:endParaRPr kumimoji="1"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2B9FAF-7D7F-40D3-B4D2-DD2D4224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89" y="2792208"/>
            <a:ext cx="3055308" cy="22786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16D66E-FE3E-DAC5-D84F-EC0A51F59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78" y="1346548"/>
            <a:ext cx="4126182" cy="52045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53DD992-42BA-11F1-0C5B-621726980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760" y="1402914"/>
            <a:ext cx="4371278" cy="480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25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524A0-A456-1F45-E1EE-9913B726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What’s next?</a:t>
            </a:r>
            <a:endParaRPr kumimoji="1"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2B9FAF-7D7F-40D3-B4D2-DD2D4224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89" y="2792208"/>
            <a:ext cx="3055308" cy="227860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BE57919-18A5-6CE3-6D15-1A84BC774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357" y="1300827"/>
            <a:ext cx="4371278" cy="51063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06CC21-8425-75C3-6350-BF0F8EEE7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247" y="3295565"/>
            <a:ext cx="4200212" cy="73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2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BE8B5-06FB-98D8-4D03-B32E467F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What’s next?</a:t>
            </a:r>
            <a:endParaRPr kumimoji="1"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DCA8-DDCB-BA5E-1F17-C942F5E2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800" dirty="0"/>
              <a:t>Maybe…</a:t>
            </a:r>
          </a:p>
          <a:p>
            <a:r>
              <a:rPr kumimoji="1" lang="en-US" altLang="ko-KR" sz="1800" dirty="0"/>
              <a:t>Reinforce learning study</a:t>
            </a:r>
          </a:p>
          <a:p>
            <a:r>
              <a:rPr kumimoji="1" lang="en-US" altLang="ko-KR" sz="1800" dirty="0"/>
              <a:t>Code analysis</a:t>
            </a:r>
          </a:p>
          <a:p>
            <a:r>
              <a:rPr kumimoji="1" lang="en-US" altLang="ko-KR" sz="1800" dirty="0"/>
              <a:t>Baseline Check</a:t>
            </a:r>
            <a:endParaRPr kumimoji="1"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BD34CD-09EA-73EC-6FB1-9EE33BD9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322" y="1428825"/>
            <a:ext cx="3334571" cy="48738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E5F3A2D-AE55-1553-FDE5-365AE611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430" y="1428825"/>
            <a:ext cx="3334571" cy="41182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251ECD-9F68-EDC2-5BBE-49B50FF41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37" y="3340551"/>
            <a:ext cx="4460596" cy="323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7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26</Words>
  <Application>Microsoft Macintosh PowerPoint</Application>
  <PresentationFormat>와이드스크린</PresentationFormat>
  <Paragraphs>11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Individual Study</vt:lpstr>
      <vt:lpstr>Rendering success</vt:lpstr>
      <vt:lpstr>What’s next?</vt:lpstr>
      <vt:lpstr>What’s next?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한의석</dc:creator>
  <cp:lastModifiedBy>한의석</cp:lastModifiedBy>
  <cp:revision>3</cp:revision>
  <dcterms:created xsi:type="dcterms:W3CDTF">2024-07-24T03:50:40Z</dcterms:created>
  <dcterms:modified xsi:type="dcterms:W3CDTF">2024-07-24T04:41:38Z</dcterms:modified>
</cp:coreProperties>
</file>